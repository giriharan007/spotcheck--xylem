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6345" r:id="rId1"/>
    <p:sldMasterId id="2147486378" r:id="rId2"/>
    <p:sldMasterId id="2147486408" r:id="rId3"/>
  </p:sldMasterIdLst>
  <p:notesMasterIdLst>
    <p:notesMasterId r:id="rId12"/>
  </p:notesMasterIdLst>
  <p:handoutMasterIdLst>
    <p:handoutMasterId r:id="rId13"/>
  </p:handoutMasterIdLst>
  <p:sldIdLst>
    <p:sldId id="256" r:id="rId4"/>
    <p:sldId id="336" r:id="rId5"/>
    <p:sldId id="339" r:id="rId6"/>
    <p:sldId id="323" r:id="rId7"/>
    <p:sldId id="338" r:id="rId8"/>
    <p:sldId id="337" r:id="rId9"/>
    <p:sldId id="340" r:id="rId10"/>
    <p:sldId id="341" r:id="rId11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73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867"/>
        <p:guide pos="739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ea typeface="ヒラギノ角ゴ Pro W3" charset="-128"/>
              </a:defRPr>
            </a:lvl1pPr>
          </a:lstStyle>
          <a:p>
            <a:pPr>
              <a:defRPr/>
            </a:pPr>
            <a:fld id="{BE2FC73A-2E38-E74D-B5A3-2B922C133553}" type="datetime1">
              <a:rPr lang="en-US"/>
              <a:pPr>
                <a:defRPr/>
              </a:pPr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</a:defRPr>
            </a:lvl1pPr>
          </a:lstStyle>
          <a:p>
            <a:pPr>
              <a:defRPr/>
            </a:pPr>
            <a:fld id="{FC0DD7E9-C74B-724C-BA9B-06368B1110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5114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ea typeface="ヒラギノ角ゴ Pro W3" charset="-128"/>
              </a:defRPr>
            </a:lvl1pPr>
          </a:lstStyle>
          <a:p>
            <a:pPr>
              <a:defRPr/>
            </a:pPr>
            <a:fld id="{830C1FFD-5F2A-3B4F-A826-132DA365256D}" type="datetime1">
              <a:rPr lang="en-US"/>
              <a:pPr>
                <a:defRPr/>
              </a:pPr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</a:defRPr>
            </a:lvl1pPr>
          </a:lstStyle>
          <a:p>
            <a:pPr>
              <a:defRPr/>
            </a:pPr>
            <a:fld id="{B71937BF-DD90-4A42-A696-A87EFA3DBD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32604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ヒラギノ角ゴ Pro W3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ヒラギノ角ゴ Pro W3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ヒラギノ角ゴ Pro W3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ヒラギノ角ゴ Pro W3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ヒラギノ角ゴ Pro W3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854C9-FAB8-4F12-AC50-7CC28BF7C9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95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Aqu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319" y="1828800"/>
            <a:ext cx="10061020" cy="3657600"/>
          </a:xfrm>
        </p:spPr>
        <p:txBody>
          <a:bodyPr anchor="t" anchorCtr="0"/>
          <a:lstStyle>
            <a:lvl1pPr>
              <a:lnSpc>
                <a:spcPct val="80000"/>
              </a:lnSpc>
              <a:defRPr sz="10003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319" y="5727701"/>
            <a:ext cx="10061020" cy="546489"/>
          </a:xfrm>
        </p:spPr>
        <p:txBody>
          <a:bodyPr anchor="b" anchorCtr="0"/>
          <a:lstStyle>
            <a:lvl1pPr marL="0" indent="0" algn="l">
              <a:buNone/>
              <a:defRPr sz="1801" cap="all">
                <a:solidFill>
                  <a:schemeClr val="bg1"/>
                </a:solidFill>
              </a:defRPr>
            </a:lvl1pPr>
            <a:lvl2pPr marL="609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2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7618936" y="459993"/>
            <a:ext cx="4115872" cy="390525"/>
          </a:xfrm>
        </p:spPr>
        <p:txBody>
          <a:bodyPr anchor="b" anchorCtr="0"/>
          <a:lstStyle>
            <a:lvl1pPr algn="r">
              <a:defRPr sz="1400">
                <a:solidFill>
                  <a:schemeClr val="bg2"/>
                </a:solidFill>
              </a:defRPr>
            </a:lvl1pPr>
            <a:lvl2pPr>
              <a:defRPr sz="1867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319" y="402336"/>
            <a:ext cx="1829276" cy="6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93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Photo-Aqu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319" y="1828800"/>
            <a:ext cx="6634441" cy="3657600"/>
          </a:xfrm>
        </p:spPr>
        <p:txBody>
          <a:bodyPr anchor="t" anchorCtr="0"/>
          <a:lstStyle>
            <a:lvl1pPr>
              <a:lnSpc>
                <a:spcPct val="80000"/>
              </a:lnSpc>
              <a:defRPr sz="10003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319" y="5727701"/>
            <a:ext cx="6634441" cy="546489"/>
          </a:xfrm>
        </p:spPr>
        <p:txBody>
          <a:bodyPr anchor="b" anchorCtr="0"/>
          <a:lstStyle>
            <a:lvl1pPr marL="0" indent="0" algn="l">
              <a:buNone/>
              <a:defRPr sz="1801" cap="all">
                <a:solidFill>
                  <a:schemeClr val="bg1"/>
                </a:solidFill>
              </a:defRPr>
            </a:lvl1pPr>
            <a:lvl2pPr marL="609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2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7618936" y="459993"/>
            <a:ext cx="4115872" cy="390525"/>
          </a:xfrm>
        </p:spPr>
        <p:txBody>
          <a:bodyPr anchor="b" anchorCtr="0"/>
          <a:lstStyle>
            <a:lvl1pPr algn="r">
              <a:defRPr sz="1400">
                <a:solidFill>
                  <a:schemeClr val="bg2"/>
                </a:solidFill>
              </a:defRPr>
            </a:lvl1pPr>
            <a:lvl2pPr>
              <a:defRPr sz="1867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319" y="402336"/>
            <a:ext cx="1829276" cy="64522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AA4E58-4B5A-E54B-BD53-7467014059B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7105" y="1417638"/>
            <a:ext cx="4875022" cy="5422392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3607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9BC33-2470-E74D-8B2C-3018BEDBE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A9DB8-0C28-3641-BEED-8EE8DF37E6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33"/>
          <a:stretch/>
        </p:blipFill>
        <p:spPr>
          <a:xfrm>
            <a:off x="789478" y="6099659"/>
            <a:ext cx="11113522" cy="647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0667AA-22B6-324D-A947-DB04F2668F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439"/>
            <a:ext cx="1371957" cy="4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4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Title Only-Aqu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1E9BC33-2470-E74D-8B2C-3018BEDBEC8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A9DB8-0C28-3641-BEED-8EE8DF37E686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0667AA-22B6-324D-A947-DB04F2668F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4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Title Only-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1E9BC33-2470-E74D-8B2C-3018BEDBEC8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5ABED4-9DC6-834C-BA2A-0701AE4F4280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427F2E-15D5-5A4D-8E73-EAC7EF8C41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15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Title Only-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1E9BC33-2470-E74D-8B2C-3018BEDBEC8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053449-3984-904F-AF87-D916D8BEC260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6D4527-31A2-444B-9854-D93341497E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6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Title Only-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1E9BC33-2470-E74D-8B2C-3018BEDBEC8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DC44BB-4EA1-A144-B619-C31CCFF20C25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E453C1-37F5-AC48-9905-C1D4BF2B87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4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598" cy="98901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20" y="1600200"/>
            <a:ext cx="11277598" cy="46908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F9FE7-F917-804D-97B0-E22942320C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68AC9-537A-134D-BC5B-CDC29C1DAF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33"/>
          <a:stretch/>
        </p:blipFill>
        <p:spPr>
          <a:xfrm>
            <a:off x="789478" y="6099659"/>
            <a:ext cx="11113522" cy="64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8DE0A8-2BC4-3C4B-8149-29C447766F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439"/>
            <a:ext cx="1371957" cy="4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81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Text-Aqu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20" y="1600200"/>
            <a:ext cx="11277598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4FF9FE7-F917-804D-97B0-E22942320C4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A2D80B-E8F1-594E-A9A6-4C87CE9F4BE3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155B8B-55AD-E749-B51D-6E33F78F49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33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Text-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20" y="1600200"/>
            <a:ext cx="11277598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4FF9FE7-F917-804D-97B0-E22942320C4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15A804-3E0A-9240-8DE8-9613B3DFF590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42E25F-3B51-1E44-937C-7933CB2B97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Text-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20" y="1600200"/>
            <a:ext cx="11277598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4FF9FE7-F917-804D-97B0-E22942320C4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4003F7-3CD8-B240-9E8C-252DFC91E600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2D1F51-CD11-DA4F-ACED-015CFD7BAA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13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Text-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20" y="1600200"/>
            <a:ext cx="11277598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4FF9FE7-F917-804D-97B0-E22942320C4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1062CC-625A-AF45-806A-CF54DEEE1942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BF6381-1C65-A549-8B5B-65D0D83FA2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61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Tex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8" y="1"/>
            <a:ext cx="11277489" cy="98901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161617" y="1600204"/>
            <a:ext cx="4573191" cy="3778873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A8D85-29EA-4B4B-A883-F0DEF9497F3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27B5A8-7635-1847-BD74-4FE5AACEFB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33"/>
          <a:stretch/>
        </p:blipFill>
        <p:spPr>
          <a:xfrm>
            <a:off x="789478" y="6099659"/>
            <a:ext cx="11113522" cy="647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96535E-30D3-BB48-9D41-F8AAFC8498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439"/>
            <a:ext cx="1371957" cy="4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60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Text Photo-Aqu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8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161617" y="1600204"/>
            <a:ext cx="4573191" cy="3778873"/>
          </a:xfrm>
          <a:solidFill>
            <a:schemeClr val="tx2">
              <a:lumMod val="75000"/>
            </a:schemeClr>
          </a:solidFill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B9A8D85-29EA-4B4B-A883-F0DEF9497F3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A7C9D3-33EE-9C4A-8450-31FAA2E1885C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BF7557-CF97-104F-B2C3-76CCA21408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54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Text Photo-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8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161617" y="1600204"/>
            <a:ext cx="4573191" cy="3778873"/>
          </a:xfrm>
          <a:solidFill>
            <a:schemeClr val="accent1">
              <a:lumMod val="75000"/>
            </a:schemeClr>
          </a:solidFill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B9A8D85-29EA-4B4B-A883-F0DEF9497F3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BFEB90-3DAE-5C4D-8E16-E28BA84EFA9F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D93672-90F9-FC49-A328-8FB68F46E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25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Text Photo-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8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161617" y="1600204"/>
            <a:ext cx="4573191" cy="3778873"/>
          </a:xfrm>
          <a:solidFill>
            <a:schemeClr val="accent3">
              <a:lumMod val="75000"/>
            </a:schemeClr>
          </a:solidFill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B9A8D85-29EA-4B4B-A883-F0DEF9497F3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61B071-7620-CE47-B7E9-3E501544AB5A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3CC6EF-8CB7-FD4D-8BAB-5EEDAF47A8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85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Text Photo-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8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161617" y="1600204"/>
            <a:ext cx="4573191" cy="3778873"/>
          </a:xfrm>
          <a:solidFill>
            <a:schemeClr val="accent2">
              <a:lumMod val="75000"/>
            </a:schemeClr>
          </a:solidFill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B9A8D85-29EA-4B4B-A883-F0DEF9497F3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6062AE-18E0-3D4A-83B5-5BC46B331274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F4F55E-0490-9842-9B2B-747EF2C4F8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768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4586632" y="3943350"/>
            <a:ext cx="4692650" cy="3176"/>
          </a:xfrm>
          <a:prstGeom prst="line">
            <a:avLst/>
          </a:prstGeom>
          <a:ln w="15875" cap="flat" cmpd="sng" algn="ctr">
            <a:solidFill>
              <a:srgbClr val="53565A"/>
            </a:solidFill>
            <a:prstDash val="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7161617" y="1600200"/>
            <a:ext cx="4572000" cy="4114801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0552B-5E05-8346-9FF5-832F071B53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28D27E-02E6-EB4E-B062-D92773EA8B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33"/>
          <a:stretch/>
        </p:blipFill>
        <p:spPr>
          <a:xfrm>
            <a:off x="789478" y="6099659"/>
            <a:ext cx="11113522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9B5948-9AD6-BF48-A1AB-BAFA2B73F7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439"/>
            <a:ext cx="1371957" cy="4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342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2 Column-Aqu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4586632" y="3943350"/>
            <a:ext cx="4692650" cy="3176"/>
          </a:xfrm>
          <a:prstGeom prst="line">
            <a:avLst/>
          </a:prstGeom>
          <a:ln w="15875" cap="flat" cmpd="sng" algn="ctr">
            <a:solidFill>
              <a:schemeClr val="bg1"/>
            </a:solidFill>
            <a:prstDash val="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7161617" y="1600200"/>
            <a:ext cx="4572000" cy="4114801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C80552B-5E05-8346-9FF5-832F071B53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29AF4E-9E88-0B44-9841-5F280BFF3C8A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E314CB-20BB-7A42-A8A4-333EA2C8AD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10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2 Column-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4586632" y="3943350"/>
            <a:ext cx="4692650" cy="3176"/>
          </a:xfrm>
          <a:prstGeom prst="line">
            <a:avLst/>
          </a:prstGeom>
          <a:ln w="15875" cap="flat" cmpd="sng" algn="ctr">
            <a:solidFill>
              <a:schemeClr val="bg1"/>
            </a:solidFill>
            <a:prstDash val="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7161617" y="1600200"/>
            <a:ext cx="4572000" cy="4114801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C80552B-5E05-8346-9FF5-832F071B53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068FBF-9698-ED40-8C08-6FC77CB88540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30691A-5D87-4F48-B06E-AAB539B0EE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20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2 Column-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4586632" y="3943350"/>
            <a:ext cx="4692650" cy="3176"/>
          </a:xfrm>
          <a:prstGeom prst="line">
            <a:avLst/>
          </a:prstGeom>
          <a:ln w="15875" cap="flat" cmpd="sng" algn="ctr">
            <a:solidFill>
              <a:schemeClr val="bg1"/>
            </a:solidFill>
            <a:prstDash val="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7161617" y="1600200"/>
            <a:ext cx="4572000" cy="4114801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C80552B-5E05-8346-9FF5-832F071B53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6E249E-323B-F24B-A755-E4CE1A046F20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9E0267-15B5-DB45-BBBE-0854504534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85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2 Column-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4586632" y="3943350"/>
            <a:ext cx="4692650" cy="3176"/>
          </a:xfrm>
          <a:prstGeom prst="line">
            <a:avLst/>
          </a:prstGeom>
          <a:ln w="15875" cap="flat" cmpd="sng" algn="ctr">
            <a:solidFill>
              <a:schemeClr val="bg1"/>
            </a:solidFill>
            <a:prstDash val="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7161617" y="1600200"/>
            <a:ext cx="4572000" cy="4114801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C80552B-5E05-8346-9FF5-832F071B53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640FB7-64FA-BC44-BB2D-CCCEF9509E11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E9028B-6312-304D-9C24-839845A7C3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728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Board Meeting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598" cy="98901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20" y="1600200"/>
            <a:ext cx="11277598" cy="46908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F9FE7-F917-804D-97B0-E22942320C4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8DE0A8-2BC4-3C4B-8149-29C447766F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1043" y="6263439"/>
            <a:ext cx="1371957" cy="4839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7E240B-4177-0540-8C18-F66BFD0E1104}"/>
              </a:ext>
            </a:extLst>
          </p:cNvPr>
          <p:cNvSpPr txBox="1"/>
          <p:nvPr userDrawn="1"/>
        </p:nvSpPr>
        <p:spPr>
          <a:xfrm>
            <a:off x="914638" y="6547104"/>
            <a:ext cx="3045745" cy="31089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900" dirty="0"/>
              <a:t>Xylem Proprietary/Confidential</a:t>
            </a:r>
          </a:p>
        </p:txBody>
      </p:sp>
    </p:spTree>
    <p:extLst>
      <p:ext uri="{BB962C8B-B14F-4D97-AF65-F5344CB8AC3E}">
        <p14:creationId xmlns:p14="http://schemas.microsoft.com/office/powerpoint/2010/main" val="22234647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Aqu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20" y="2941984"/>
            <a:ext cx="7549079" cy="2743200"/>
          </a:xfrm>
        </p:spPr>
        <p:txBody>
          <a:bodyPr tIns="0" bIns="0" rtlCol="0" anchor="b" anchorCtr="0">
            <a:noAutofit/>
          </a:bodyPr>
          <a:lstStyle>
            <a:lvl1pPr>
              <a:lnSpc>
                <a:spcPct val="80000"/>
              </a:lnSpc>
              <a:defRPr lang="en-US" sz="6002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20D078-7431-AE4C-8958-4E6B164D00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319" y="402336"/>
            <a:ext cx="1829276" cy="645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5D7A56-0967-D442-92A0-85A847FD6B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897880"/>
            <a:ext cx="11903000" cy="6477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F3DF590-C067-9848-85FD-6BEA4252E6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31745" y="1555750"/>
            <a:ext cx="3671256" cy="4129088"/>
          </a:xfrm>
        </p:spPr>
        <p:txBody>
          <a:bodyPr wrap="none" anchor="ctr" anchorCtr="0"/>
          <a:lstStyle>
            <a:lvl1pPr indent="0" algn="ctr">
              <a:lnSpc>
                <a:spcPts val="56000"/>
              </a:lnSpc>
              <a:spcAft>
                <a:spcPts val="0"/>
              </a:spcAft>
              <a:defRPr sz="40000" spc="-5002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675127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20" y="2941984"/>
            <a:ext cx="7549079" cy="2743200"/>
          </a:xfrm>
        </p:spPr>
        <p:txBody>
          <a:bodyPr tIns="0" bIns="0" rtlCol="0" anchor="b" anchorCtr="0">
            <a:noAutofit/>
          </a:bodyPr>
          <a:lstStyle>
            <a:lvl1pPr>
              <a:lnSpc>
                <a:spcPct val="80000"/>
              </a:lnSpc>
              <a:defRPr lang="en-US" sz="6002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20D078-7431-AE4C-8958-4E6B164D00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319" y="402336"/>
            <a:ext cx="1829276" cy="645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5D7A56-0967-D442-92A0-85A847FD6B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897880"/>
            <a:ext cx="11903000" cy="6477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F3DF590-C067-9848-85FD-6BEA4252E6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31745" y="1555750"/>
            <a:ext cx="3671256" cy="4129088"/>
          </a:xfrm>
        </p:spPr>
        <p:txBody>
          <a:bodyPr wrap="none" anchor="ctr" anchorCtr="0"/>
          <a:lstStyle>
            <a:lvl1pPr indent="0" algn="ctr">
              <a:lnSpc>
                <a:spcPts val="56000"/>
              </a:lnSpc>
              <a:spcAft>
                <a:spcPts val="0"/>
              </a:spcAft>
              <a:defRPr sz="40000" spc="-5002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120195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20" y="2941984"/>
            <a:ext cx="7549079" cy="2743200"/>
          </a:xfrm>
        </p:spPr>
        <p:txBody>
          <a:bodyPr tIns="0" bIns="0" rtlCol="0" anchor="b" anchorCtr="0">
            <a:noAutofit/>
          </a:bodyPr>
          <a:lstStyle>
            <a:lvl1pPr>
              <a:lnSpc>
                <a:spcPct val="80000"/>
              </a:lnSpc>
              <a:defRPr lang="en-US" sz="6002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20D078-7431-AE4C-8958-4E6B164D00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319" y="402336"/>
            <a:ext cx="1829276" cy="645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5D7A56-0967-D442-92A0-85A847FD6B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897880"/>
            <a:ext cx="11903000" cy="6477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F3DF590-C067-9848-85FD-6BEA4252E6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31745" y="1555750"/>
            <a:ext cx="3671256" cy="4129088"/>
          </a:xfrm>
        </p:spPr>
        <p:txBody>
          <a:bodyPr wrap="none" anchor="ctr" anchorCtr="0"/>
          <a:lstStyle>
            <a:lvl1pPr indent="0" algn="ctr">
              <a:lnSpc>
                <a:spcPts val="56000"/>
              </a:lnSpc>
              <a:spcAft>
                <a:spcPts val="0"/>
              </a:spcAft>
              <a:defRPr sz="40000" spc="-5002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61095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20" y="2941984"/>
            <a:ext cx="7549079" cy="2743200"/>
          </a:xfrm>
        </p:spPr>
        <p:txBody>
          <a:bodyPr tIns="0" bIns="0" rtlCol="0" anchor="b" anchorCtr="0">
            <a:noAutofit/>
          </a:bodyPr>
          <a:lstStyle>
            <a:lvl1pPr>
              <a:lnSpc>
                <a:spcPct val="80000"/>
              </a:lnSpc>
              <a:defRPr lang="en-US" sz="6002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20D078-7431-AE4C-8958-4E6B164D00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319" y="402336"/>
            <a:ext cx="1829276" cy="645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5D7A56-0967-D442-92A0-85A847FD6B1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5897880"/>
            <a:ext cx="11903000" cy="6477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F3DF590-C067-9848-85FD-6BEA4252E6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31745" y="1555750"/>
            <a:ext cx="3671256" cy="4129088"/>
          </a:xfrm>
        </p:spPr>
        <p:txBody>
          <a:bodyPr wrap="none" anchor="ctr" anchorCtr="0"/>
          <a:lstStyle>
            <a:lvl1pPr indent="0" algn="ctr">
              <a:lnSpc>
                <a:spcPts val="56000"/>
              </a:lnSpc>
              <a:spcAft>
                <a:spcPts val="0"/>
              </a:spcAft>
              <a:defRPr sz="40000" spc="-5002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716619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tFriendly-Title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319" y="3657600"/>
            <a:ext cx="10061020" cy="1828800"/>
          </a:xfrm>
        </p:spPr>
        <p:txBody>
          <a:bodyPr anchor="t" anchorCtr="0"/>
          <a:lstStyle>
            <a:lvl1pPr>
              <a:lnSpc>
                <a:spcPct val="80000"/>
              </a:lnSpc>
              <a:defRPr sz="7502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319" y="5727701"/>
            <a:ext cx="10061020" cy="546489"/>
          </a:xfrm>
        </p:spPr>
        <p:txBody>
          <a:bodyPr anchor="b" anchorCtr="0"/>
          <a:lstStyle>
            <a:lvl1pPr marL="0" indent="0" algn="l">
              <a:buNone/>
              <a:defRPr sz="180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2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7618936" y="459993"/>
            <a:ext cx="4115872" cy="390525"/>
          </a:xfrm>
        </p:spPr>
        <p:txBody>
          <a:bodyPr anchor="b" anchorCtr="0"/>
          <a:lstStyle>
            <a:lvl1pPr algn="r">
              <a:defRPr sz="1400">
                <a:solidFill>
                  <a:schemeClr val="bg2"/>
                </a:solidFill>
              </a:defRPr>
            </a:lvl1pPr>
            <a:lvl2pPr>
              <a:defRPr sz="1867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19" y="402336"/>
            <a:ext cx="1829276" cy="6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429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tFriendly-Title-Photo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319" y="3657600"/>
            <a:ext cx="6634441" cy="1828800"/>
          </a:xfrm>
        </p:spPr>
        <p:txBody>
          <a:bodyPr anchor="t" anchorCtr="0"/>
          <a:lstStyle>
            <a:lvl1pPr>
              <a:lnSpc>
                <a:spcPct val="80000"/>
              </a:lnSpc>
              <a:defRPr sz="7502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319" y="5727701"/>
            <a:ext cx="6634441" cy="546489"/>
          </a:xfrm>
        </p:spPr>
        <p:txBody>
          <a:bodyPr anchor="b" anchorCtr="0"/>
          <a:lstStyle>
            <a:lvl1pPr marL="0" indent="0" algn="l">
              <a:buNone/>
              <a:defRPr sz="180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2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7618936" y="459993"/>
            <a:ext cx="4115872" cy="390525"/>
          </a:xfrm>
        </p:spPr>
        <p:txBody>
          <a:bodyPr anchor="b" anchorCtr="0"/>
          <a:lstStyle>
            <a:lvl1pPr algn="r">
              <a:defRPr sz="1400">
                <a:solidFill>
                  <a:schemeClr val="bg2"/>
                </a:solidFill>
              </a:defRPr>
            </a:lvl1pPr>
            <a:lvl2pPr>
              <a:defRPr sz="1867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19" y="402336"/>
            <a:ext cx="1829276" cy="64522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AA4E58-4B5A-E54B-BD53-7467014059B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7105" y="1435100"/>
            <a:ext cx="4875022" cy="54229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455750" marR="0" indent="-455750" algn="l" defTabSz="6081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>
                <a:schemeClr val="bg2"/>
              </a:buClr>
              <a:buSzTx/>
              <a:buFont typeface="Arial" charset="0"/>
              <a:buNone/>
              <a:tabLst/>
              <a:defRPr/>
            </a:lvl1pPr>
          </a:lstStyle>
          <a:p>
            <a:pPr marL="455750" marR="0" lvl="0" indent="-455750" algn="l" defTabSz="6081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>
                <a:schemeClr val="bg2"/>
              </a:buClr>
              <a:buSzTx/>
              <a:buFont typeface="Arial" charset="0"/>
              <a:buNone/>
              <a:tabLst/>
              <a:defRPr/>
            </a:pPr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26562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ntFriendly-Content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9BC33-2470-E74D-8B2C-3018BEDBE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5A08A4-0670-7E46-9CAE-9955D62706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33"/>
          <a:stretch/>
        </p:blipFill>
        <p:spPr>
          <a:xfrm>
            <a:off x="789478" y="6099659"/>
            <a:ext cx="11113522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D364F3-6151-6F4E-9727-848A56AF8B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439"/>
            <a:ext cx="1371957" cy="4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7693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tFriendly-Content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598" cy="98901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20" y="1600200"/>
            <a:ext cx="11277598" cy="46908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F9FE7-F917-804D-97B0-E22942320C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2DFE0C-6C62-674B-833C-E90117820B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33"/>
          <a:stretch/>
        </p:blipFill>
        <p:spPr>
          <a:xfrm>
            <a:off x="789478" y="6099659"/>
            <a:ext cx="11113522" cy="64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37E3F4-DA35-D448-BCA8-D73FAAED3C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439"/>
            <a:ext cx="1371957" cy="4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577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ntFriendly-Content-Tex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8" y="1"/>
            <a:ext cx="11277489" cy="98901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161617" y="1600204"/>
            <a:ext cx="4573191" cy="3778873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A8D85-29EA-4B4B-A883-F0DEF9497F3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A9D4E3-F44E-6145-B45C-C9EE10E4A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33"/>
          <a:stretch/>
        </p:blipFill>
        <p:spPr>
          <a:xfrm>
            <a:off x="789478" y="6099659"/>
            <a:ext cx="11113522" cy="647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34D157-16D7-724D-A473-42A5EBACF9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439"/>
            <a:ext cx="1371957" cy="4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67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ntFriendly-Content-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4586632" y="3943350"/>
            <a:ext cx="4692650" cy="3176"/>
          </a:xfrm>
          <a:prstGeom prst="line">
            <a:avLst/>
          </a:prstGeom>
          <a:ln w="15875" cap="flat" cmpd="sng" algn="ctr">
            <a:solidFill>
              <a:srgbClr val="53565A"/>
            </a:solidFill>
            <a:prstDash val="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319" y="1600200"/>
            <a:ext cx="6246979" cy="46908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7161617" y="1600200"/>
            <a:ext cx="4572000" cy="4114801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4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0552B-5E05-8346-9FF5-832F071B53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EFB721-A68E-4C41-A8BB-D2F91320BA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33"/>
          <a:stretch/>
        </p:blipFill>
        <p:spPr>
          <a:xfrm>
            <a:off x="789478" y="6099659"/>
            <a:ext cx="11113522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6FB301-D1E8-F547-9EE3-A9C7C7A16A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439"/>
            <a:ext cx="1371957" cy="4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863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intFriendly-Divider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20" y="2941984"/>
            <a:ext cx="7549079" cy="2743200"/>
          </a:xfrm>
        </p:spPr>
        <p:txBody>
          <a:bodyPr tIns="0" bIns="0" rtlCol="0" anchor="b" anchorCtr="0">
            <a:noAutofit/>
          </a:bodyPr>
          <a:lstStyle>
            <a:lvl1pPr>
              <a:lnSpc>
                <a:spcPct val="80000"/>
              </a:lnSpc>
              <a:defRPr lang="en-US" sz="6002" b="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20D078-7431-AE4C-8958-4E6B164D00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19" y="402336"/>
            <a:ext cx="1829276" cy="645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5D7A56-0967-D442-92A0-85A847FD6B15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0" y="5897880"/>
            <a:ext cx="11903000" cy="64770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F3DF590-C067-9848-85FD-6BEA4252E6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31745" y="1555750"/>
            <a:ext cx="3671256" cy="4129088"/>
          </a:xfrm>
        </p:spPr>
        <p:txBody>
          <a:bodyPr wrap="none" anchor="ctr" anchorCtr="0"/>
          <a:lstStyle>
            <a:lvl1pPr indent="0" algn="ctr">
              <a:lnSpc>
                <a:spcPts val="56000"/>
              </a:lnSpc>
              <a:spcAft>
                <a:spcPts val="0"/>
              </a:spcAft>
              <a:defRPr sz="40000" spc="-5002" baseline="0">
                <a:solidFill>
                  <a:schemeClr val="bg1">
                    <a:lumMod val="85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220463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598" cy="98901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320" y="1600200"/>
            <a:ext cx="11277598" cy="46908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F9FE7-F917-804D-97B0-E22942320C4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68AC9-537A-134D-BC5B-CDC29C1DAF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33"/>
          <a:stretch/>
        </p:blipFill>
        <p:spPr>
          <a:xfrm>
            <a:off x="789478" y="6099659"/>
            <a:ext cx="11113522" cy="64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8DE0A8-2BC4-3C4B-8149-29C447766F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439"/>
            <a:ext cx="1371957" cy="4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120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1"/>
            <a:ext cx="11277489" cy="98901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9BC33-2470-E74D-8B2C-3018BEDBEC8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A9DB8-0C28-3641-BEED-8EE8DF37E6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33"/>
          <a:stretch/>
        </p:blipFill>
        <p:spPr>
          <a:xfrm>
            <a:off x="789478" y="6099659"/>
            <a:ext cx="11113522" cy="647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0667AA-22B6-324D-A947-DB04F2668F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1043" y="6263439"/>
            <a:ext cx="1371957" cy="4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256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with Photo LS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3A7E01-A2EE-5750-9E63-45765DB088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 flipV="1">
            <a:off x="2931611" y="0"/>
            <a:ext cx="9265420" cy="6858000"/>
          </a:xfrm>
          <a:custGeom>
            <a:avLst/>
            <a:gdLst>
              <a:gd name="connsiteX0" fmla="*/ 1935551 w 9265420"/>
              <a:gd name="connsiteY0" fmla="*/ 6858000 h 6858000"/>
              <a:gd name="connsiteX1" fmla="*/ 1140150 w 9265420"/>
              <a:gd name="connsiteY1" fmla="*/ 6858000 h 6858000"/>
              <a:gd name="connsiteX2" fmla="*/ 0 w 9265420"/>
              <a:gd name="connsiteY2" fmla="*/ 6858000 h 6858000"/>
              <a:gd name="connsiteX3" fmla="*/ 0 w 9265420"/>
              <a:gd name="connsiteY3" fmla="*/ 0 h 6858000"/>
              <a:gd name="connsiteX4" fmla="*/ 9265420 w 9265420"/>
              <a:gd name="connsiteY4" fmla="*/ 0 h 6858000"/>
              <a:gd name="connsiteX5" fmla="*/ 7688460 w 9265420"/>
              <a:gd name="connsiteY5" fmla="*/ 1065721 h 6858000"/>
              <a:gd name="connsiteX6" fmla="*/ 5388618 w 9265420"/>
              <a:gd name="connsiteY6" fmla="*/ 4013073 h 6858000"/>
              <a:gd name="connsiteX7" fmla="*/ 4041402 w 9265420"/>
              <a:gd name="connsiteY7" fmla="*/ 5821681 h 6858000"/>
              <a:gd name="connsiteX8" fmla="*/ 1935551 w 926542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65420" h="6858000">
                <a:moveTo>
                  <a:pt x="1935551" y="6858000"/>
                </a:moveTo>
                <a:lnTo>
                  <a:pt x="1140150" y="6858000"/>
                </a:lnTo>
                <a:lnTo>
                  <a:pt x="0" y="6858000"/>
                </a:lnTo>
                <a:lnTo>
                  <a:pt x="0" y="0"/>
                </a:lnTo>
                <a:lnTo>
                  <a:pt x="9265420" y="0"/>
                </a:lnTo>
                <a:cubicBezTo>
                  <a:pt x="8720906" y="0"/>
                  <a:pt x="8326381" y="245301"/>
                  <a:pt x="7688460" y="1065721"/>
                </a:cubicBezTo>
                <a:cubicBezTo>
                  <a:pt x="7688460" y="1065721"/>
                  <a:pt x="5388618" y="4013073"/>
                  <a:pt x="5388618" y="4013073"/>
                </a:cubicBezTo>
                <a:lnTo>
                  <a:pt x="4041402" y="5821681"/>
                </a:lnTo>
                <a:cubicBezTo>
                  <a:pt x="3495301" y="6558979"/>
                  <a:pt x="2855920" y="6858000"/>
                  <a:pt x="1935551" y="6858000"/>
                </a:cubicBezTo>
                <a:close/>
              </a:path>
            </a:pathLst>
          </a:custGeom>
          <a:gradFill>
            <a:gsLst>
              <a:gs pos="100000">
                <a:srgbClr val="71DBFF"/>
              </a:gs>
              <a:gs pos="75000">
                <a:srgbClr val="6DDAC4"/>
              </a:gs>
              <a:gs pos="25000">
                <a:srgbClr val="64D831"/>
              </a:gs>
              <a:gs pos="0">
                <a:srgbClr val="62D800"/>
              </a:gs>
            </a:gsLst>
            <a:lin ang="18847718" scaled="1"/>
          </a:gra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0C048F-ED93-7659-D638-194661D733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91542" y="1"/>
            <a:ext cx="9100457" cy="6858000"/>
          </a:xfrm>
          <a:custGeom>
            <a:avLst/>
            <a:gdLst>
              <a:gd name="connsiteX0" fmla="*/ 7644104 w 9100457"/>
              <a:gd name="connsiteY0" fmla="*/ 0 h 6858000"/>
              <a:gd name="connsiteX1" fmla="*/ 7750630 w 9100457"/>
              <a:gd name="connsiteY1" fmla="*/ 0 h 6858000"/>
              <a:gd name="connsiteX2" fmla="*/ 9100457 w 9100457"/>
              <a:gd name="connsiteY2" fmla="*/ 0 h 6858000"/>
              <a:gd name="connsiteX3" fmla="*/ 9100457 w 9100457"/>
              <a:gd name="connsiteY3" fmla="*/ 6858000 h 6858000"/>
              <a:gd name="connsiteX4" fmla="*/ 7750630 w 9100457"/>
              <a:gd name="connsiteY4" fmla="*/ 6858000 h 6858000"/>
              <a:gd name="connsiteX5" fmla="*/ 7213600 w 9100457"/>
              <a:gd name="connsiteY5" fmla="*/ 6858000 h 6858000"/>
              <a:gd name="connsiteX6" fmla="*/ 0 w 9100457"/>
              <a:gd name="connsiteY6" fmla="*/ 6858000 h 6858000"/>
              <a:gd name="connsiteX7" fmla="*/ 0 w 9100457"/>
              <a:gd name="connsiteY7" fmla="*/ 6857999 h 6858000"/>
              <a:gd name="connsiteX8" fmla="*/ 314252 w 9100457"/>
              <a:gd name="connsiteY8" fmla="*/ 6857999 h 6858000"/>
              <a:gd name="connsiteX9" fmla="*/ 2420103 w 9100457"/>
              <a:gd name="connsiteY9" fmla="*/ 5821680 h 6858000"/>
              <a:gd name="connsiteX10" fmla="*/ 3767319 w 9100457"/>
              <a:gd name="connsiteY10" fmla="*/ 4013072 h 6858000"/>
              <a:gd name="connsiteX11" fmla="*/ 6067161 w 9100457"/>
              <a:gd name="connsiteY11" fmla="*/ 1065720 h 6858000"/>
              <a:gd name="connsiteX12" fmla="*/ 6204511 w 9100457"/>
              <a:gd name="connsiteY12" fmla="*/ 893937 h 6858000"/>
              <a:gd name="connsiteX13" fmla="*/ 6244271 w 9100457"/>
              <a:gd name="connsiteY13" fmla="*/ 846188 h 6858000"/>
              <a:gd name="connsiteX14" fmla="*/ 6338868 w 9100457"/>
              <a:gd name="connsiteY14" fmla="*/ 735420 h 6858000"/>
              <a:gd name="connsiteX15" fmla="*/ 6378679 w 9100457"/>
              <a:gd name="connsiteY15" fmla="*/ 690228 h 6858000"/>
              <a:gd name="connsiteX16" fmla="*/ 6485792 w 9100457"/>
              <a:gd name="connsiteY16" fmla="*/ 574673 h 6858000"/>
              <a:gd name="connsiteX17" fmla="*/ 6502406 w 9100457"/>
              <a:gd name="connsiteY17" fmla="*/ 557024 h 6858000"/>
              <a:gd name="connsiteX18" fmla="*/ 6620094 w 9100457"/>
              <a:gd name="connsiteY18" fmla="*/ 442275 h 6858000"/>
              <a:gd name="connsiteX19" fmla="*/ 6652497 w 9100457"/>
              <a:gd name="connsiteY19" fmla="*/ 413198 h 6858000"/>
              <a:gd name="connsiteX20" fmla="*/ 6736542 w 9100457"/>
              <a:gd name="connsiteY20" fmla="*/ 340823 h 6858000"/>
              <a:gd name="connsiteX21" fmla="*/ 6772413 w 9100457"/>
              <a:gd name="connsiteY21" fmla="*/ 311878 h 6858000"/>
              <a:gd name="connsiteX22" fmla="*/ 6861015 w 9100457"/>
              <a:gd name="connsiteY22" fmla="*/ 246342 h 6858000"/>
              <a:gd name="connsiteX23" fmla="*/ 6883994 w 9100457"/>
              <a:gd name="connsiteY23" fmla="*/ 229961 h 6858000"/>
              <a:gd name="connsiteX24" fmla="*/ 6992638 w 9100457"/>
              <a:gd name="connsiteY24" fmla="*/ 163266 h 6858000"/>
              <a:gd name="connsiteX25" fmla="*/ 7020187 w 9100457"/>
              <a:gd name="connsiteY25" fmla="*/ 148926 h 6858000"/>
              <a:gd name="connsiteX26" fmla="*/ 7102561 w 9100457"/>
              <a:gd name="connsiteY26" fmla="*/ 108753 h 6858000"/>
              <a:gd name="connsiteX27" fmla="*/ 7133125 w 9100457"/>
              <a:gd name="connsiteY27" fmla="*/ 95743 h 6858000"/>
              <a:gd name="connsiteX28" fmla="*/ 7213600 w 9100457"/>
              <a:gd name="connsiteY28" fmla="*/ 67932 h 6858000"/>
              <a:gd name="connsiteX29" fmla="*/ 7213600 w 9100457"/>
              <a:gd name="connsiteY29" fmla="*/ 65885 h 6858000"/>
              <a:gd name="connsiteX30" fmla="*/ 7257712 w 9100457"/>
              <a:gd name="connsiteY30" fmla="*/ 51146 h 6858000"/>
              <a:gd name="connsiteX31" fmla="*/ 7446191 w 9100457"/>
              <a:gd name="connsiteY31" fmla="*/ 12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100457" h="6858000">
                <a:moveTo>
                  <a:pt x="7644104" y="0"/>
                </a:moveTo>
                <a:lnTo>
                  <a:pt x="7750630" y="0"/>
                </a:lnTo>
                <a:lnTo>
                  <a:pt x="9100457" y="0"/>
                </a:lnTo>
                <a:lnTo>
                  <a:pt x="9100457" y="6858000"/>
                </a:lnTo>
                <a:lnTo>
                  <a:pt x="7750630" y="6858000"/>
                </a:lnTo>
                <a:lnTo>
                  <a:pt x="7213600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314252" y="6857999"/>
                </a:lnTo>
                <a:cubicBezTo>
                  <a:pt x="1234622" y="6857999"/>
                  <a:pt x="1874002" y="6558978"/>
                  <a:pt x="2420103" y="5821680"/>
                </a:cubicBezTo>
                <a:lnTo>
                  <a:pt x="3767319" y="4013072"/>
                </a:lnTo>
                <a:cubicBezTo>
                  <a:pt x="3767319" y="4013072"/>
                  <a:pt x="6067161" y="1065720"/>
                  <a:pt x="6067161" y="1065720"/>
                </a:cubicBezTo>
                <a:lnTo>
                  <a:pt x="6204511" y="893937"/>
                </a:lnTo>
                <a:lnTo>
                  <a:pt x="6244271" y="846188"/>
                </a:lnTo>
                <a:lnTo>
                  <a:pt x="6338868" y="735420"/>
                </a:lnTo>
                <a:lnTo>
                  <a:pt x="6378679" y="690228"/>
                </a:lnTo>
                <a:lnTo>
                  <a:pt x="6485792" y="574673"/>
                </a:lnTo>
                <a:lnTo>
                  <a:pt x="6502406" y="557024"/>
                </a:lnTo>
                <a:lnTo>
                  <a:pt x="6620094" y="442275"/>
                </a:lnTo>
                <a:lnTo>
                  <a:pt x="6652497" y="413198"/>
                </a:lnTo>
                <a:lnTo>
                  <a:pt x="6736542" y="340823"/>
                </a:lnTo>
                <a:lnTo>
                  <a:pt x="6772413" y="311878"/>
                </a:lnTo>
                <a:lnTo>
                  <a:pt x="6861015" y="246342"/>
                </a:lnTo>
                <a:lnTo>
                  <a:pt x="6883994" y="229961"/>
                </a:lnTo>
                <a:lnTo>
                  <a:pt x="6992638" y="163266"/>
                </a:lnTo>
                <a:lnTo>
                  <a:pt x="7020187" y="148926"/>
                </a:lnTo>
                <a:lnTo>
                  <a:pt x="7102561" y="108753"/>
                </a:lnTo>
                <a:lnTo>
                  <a:pt x="7133125" y="95743"/>
                </a:lnTo>
                <a:lnTo>
                  <a:pt x="7213600" y="67932"/>
                </a:lnTo>
                <a:lnTo>
                  <a:pt x="7213600" y="65885"/>
                </a:lnTo>
                <a:lnTo>
                  <a:pt x="7257712" y="51146"/>
                </a:lnTo>
                <a:cubicBezTo>
                  <a:pt x="7319475" y="33238"/>
                  <a:pt x="7382045" y="20452"/>
                  <a:pt x="7446191" y="1214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rIns="2286000" anchor="ctr">
            <a:noAutofit/>
          </a:bodyPr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79FA5-6466-49C4-2D06-1770FCA8EB7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0531404" cy="6858000"/>
          </a:xfrm>
          <a:custGeom>
            <a:avLst/>
            <a:gdLst>
              <a:gd name="connsiteX0" fmla="*/ 0 w 10531404"/>
              <a:gd name="connsiteY0" fmla="*/ 0 h 6858000"/>
              <a:gd name="connsiteX1" fmla="*/ 10531404 w 10531404"/>
              <a:gd name="connsiteY1" fmla="*/ 0 h 6858000"/>
              <a:gd name="connsiteX2" fmla="*/ 8954444 w 10531404"/>
              <a:gd name="connsiteY2" fmla="*/ 1065721 h 6858000"/>
              <a:gd name="connsiteX3" fmla="*/ 6654602 w 10531404"/>
              <a:gd name="connsiteY3" fmla="*/ 4013074 h 6858000"/>
              <a:gd name="connsiteX4" fmla="*/ 5307385 w 10531404"/>
              <a:gd name="connsiteY4" fmla="*/ 5821681 h 6858000"/>
              <a:gd name="connsiteX5" fmla="*/ 3201535 w 10531404"/>
              <a:gd name="connsiteY5" fmla="*/ 6858000 h 6858000"/>
              <a:gd name="connsiteX6" fmla="*/ 2406134 w 10531404"/>
              <a:gd name="connsiteY6" fmla="*/ 6858000 h 6858000"/>
              <a:gd name="connsiteX7" fmla="*/ 0 w 1053140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31404" h="6858000">
                <a:moveTo>
                  <a:pt x="0" y="0"/>
                </a:moveTo>
                <a:lnTo>
                  <a:pt x="10531404" y="0"/>
                </a:lnTo>
                <a:cubicBezTo>
                  <a:pt x="9986890" y="0"/>
                  <a:pt x="9592365" y="245301"/>
                  <a:pt x="8954444" y="1065721"/>
                </a:cubicBezTo>
                <a:cubicBezTo>
                  <a:pt x="8954444" y="1065721"/>
                  <a:pt x="6654602" y="4013074"/>
                  <a:pt x="6654602" y="4013074"/>
                </a:cubicBezTo>
                <a:lnTo>
                  <a:pt x="5307385" y="5821681"/>
                </a:lnTo>
                <a:cubicBezTo>
                  <a:pt x="4761285" y="6558979"/>
                  <a:pt x="4121904" y="6858000"/>
                  <a:pt x="3201535" y="6858000"/>
                </a:cubicBezTo>
                <a:lnTo>
                  <a:pt x="2406134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0A3A50"/>
              </a:gs>
              <a:gs pos="13000">
                <a:srgbClr val="0F4B66"/>
              </a:gs>
              <a:gs pos="34000">
                <a:srgbClr val="166283"/>
              </a:gs>
              <a:gs pos="54000">
                <a:srgbClr val="1B7299"/>
              </a:gs>
              <a:gs pos="74000">
                <a:srgbClr val="1E7CA5"/>
              </a:gs>
              <a:gs pos="93000">
                <a:srgbClr val="1F80AA"/>
              </a:gs>
            </a:gsLst>
            <a:lin ang="108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EE903-5F97-1119-CE12-EA9B009DF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124" y="1893808"/>
            <a:ext cx="5989320" cy="1495794"/>
          </a:xfrm>
        </p:spPr>
        <p:txBody>
          <a:bodyPr anchor="b" anchorCtr="0">
            <a:spAutoFit/>
          </a:bodyPr>
          <a:lstStyle>
            <a:lvl1pPr>
              <a:defRPr lang="en-US" sz="5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Cover, sentence case 30-60 pt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599BB5C-F0FC-1F3E-5F4C-F9857B4C4D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124" y="3474630"/>
            <a:ext cx="5989320" cy="312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 is 20 pt size, sentence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0177B-EA79-59DC-9210-BDC0542634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19125" y="6181725"/>
            <a:ext cx="1933575" cy="170517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45C6F5AF-747C-2FAC-361F-3C64A46AB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66" y="389473"/>
            <a:ext cx="1670902" cy="58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814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rOnly-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319" y="1828800"/>
            <a:ext cx="10061020" cy="3657600"/>
          </a:xfrm>
        </p:spPr>
        <p:txBody>
          <a:bodyPr anchor="t" anchorCtr="0"/>
          <a:lstStyle>
            <a:lvl1pPr>
              <a:lnSpc>
                <a:spcPct val="80000"/>
              </a:lnSpc>
              <a:defRPr sz="10003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319" y="5727701"/>
            <a:ext cx="10061020" cy="546489"/>
          </a:xfrm>
        </p:spPr>
        <p:txBody>
          <a:bodyPr anchor="b" anchorCtr="0"/>
          <a:lstStyle>
            <a:lvl1pPr marL="0" indent="0" algn="l">
              <a:buNone/>
              <a:defRPr sz="1801" cap="all">
                <a:solidFill>
                  <a:schemeClr val="bg1"/>
                </a:solidFill>
              </a:defRPr>
            </a:lvl1pPr>
            <a:lvl2pPr marL="609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2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7618936" y="459993"/>
            <a:ext cx="4115872" cy="390525"/>
          </a:xfrm>
        </p:spPr>
        <p:txBody>
          <a:bodyPr anchor="b" anchorCtr="0"/>
          <a:lstStyle>
            <a:lvl1pPr algn="r">
              <a:defRPr sz="1400">
                <a:solidFill>
                  <a:schemeClr val="bg2"/>
                </a:solidFill>
              </a:defRPr>
            </a:lvl1pPr>
            <a:lvl2pPr>
              <a:defRPr sz="1867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319" y="402336"/>
            <a:ext cx="1829276" cy="6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942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ignerOnly-Full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3048001"/>
            <a:ext cx="11277489" cy="989013"/>
          </a:xfrm>
        </p:spPr>
        <p:txBody>
          <a:bodyPr/>
          <a:lstStyle>
            <a:lvl1pPr algn="ctr">
              <a:lnSpc>
                <a:spcPct val="80000"/>
              </a:lnSpc>
              <a:defRPr sz="6002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57319" y="6545234"/>
            <a:ext cx="952748" cy="3127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1E9BC33-2470-E74D-8B2C-3018BEDBEC8C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CB5A35-57E1-6147-A9AC-5EADE29C4B2D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l="6600"/>
          <a:stretch/>
        </p:blipFill>
        <p:spPr>
          <a:xfrm>
            <a:off x="785651" y="6099048"/>
            <a:ext cx="11117349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628431-4CF7-D341-B406-2B8543EDD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1043" y="6263641"/>
            <a:ext cx="1371957" cy="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1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319" y="1"/>
            <a:ext cx="8703354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320" y="1600200"/>
            <a:ext cx="11277362" cy="469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319" y="6547104"/>
            <a:ext cx="952748" cy="31089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/>
            </a:lvl1pPr>
          </a:lstStyle>
          <a:p>
            <a:pPr>
              <a:defRPr/>
            </a:pPr>
            <a:fld id="{AB00301F-9BDF-5C41-9C68-3496D81A1D2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8532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346" r:id="rId1"/>
    <p:sldLayoutId id="2147486347" r:id="rId2"/>
    <p:sldLayoutId id="2147486354" r:id="rId3"/>
    <p:sldLayoutId id="2147486355" r:id="rId4"/>
    <p:sldLayoutId id="2147486356" r:id="rId5"/>
    <p:sldLayoutId id="2147486357" r:id="rId6"/>
    <p:sldLayoutId id="2147486358" r:id="rId7"/>
    <p:sldLayoutId id="2147486359" r:id="rId8"/>
    <p:sldLayoutId id="2147486360" r:id="rId9"/>
    <p:sldLayoutId id="2147486361" r:id="rId10"/>
    <p:sldLayoutId id="2147486362" r:id="rId11"/>
    <p:sldLayoutId id="2147486363" r:id="rId12"/>
    <p:sldLayoutId id="2147486364" r:id="rId13"/>
    <p:sldLayoutId id="2147486365" r:id="rId14"/>
    <p:sldLayoutId id="2147486366" r:id="rId15"/>
    <p:sldLayoutId id="2147486367" r:id="rId16"/>
    <p:sldLayoutId id="2147486368" r:id="rId17"/>
    <p:sldLayoutId id="2147486369" r:id="rId18"/>
    <p:sldLayoutId id="2147486370" r:id="rId19"/>
    <p:sldLayoutId id="2147486371" r:id="rId20"/>
    <p:sldLayoutId id="2147486372" r:id="rId21"/>
    <p:sldLayoutId id="2147486373" r:id="rId22"/>
    <p:sldLayoutId id="2147486411" r:id="rId23"/>
    <p:sldLayoutId id="2147486374" r:id="rId24"/>
    <p:sldLayoutId id="2147486375" r:id="rId25"/>
    <p:sldLayoutId id="2147486376" r:id="rId26"/>
    <p:sldLayoutId id="2147486377" r:id="rId27"/>
  </p:sldLayoutIdLst>
  <p:hf hdr="0" dt="0"/>
  <p:txStyles>
    <p:titleStyle>
      <a:lvl1pPr algn="l" defTabSz="608195" rtl="0" eaLnBrk="0" fontAlgn="base" hangingPunct="0">
        <a:lnSpc>
          <a:spcPts val="2900"/>
        </a:lnSpc>
        <a:spcBef>
          <a:spcPct val="0"/>
        </a:spcBef>
        <a:spcAft>
          <a:spcPct val="0"/>
        </a:spcAft>
        <a:defRPr sz="2801" kern="1200">
          <a:solidFill>
            <a:schemeClr val="tx1"/>
          </a:solidFill>
          <a:latin typeface="Arial"/>
          <a:ea typeface="ヒラギノ角ゴ Pro W3" charset="0"/>
          <a:cs typeface="Arial"/>
        </a:defRPr>
      </a:lvl1pPr>
      <a:lvl2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2pPr>
      <a:lvl3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3pPr>
      <a:lvl4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4pPr>
      <a:lvl5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5pPr>
      <a:lvl6pPr marL="609641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6pPr>
      <a:lvl7pPr marL="1219281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7pPr>
      <a:lvl8pPr marL="1828922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8pPr>
      <a:lvl9pPr marL="2438561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9pPr>
    </p:titleStyle>
    <p:bodyStyle>
      <a:lvl1pPr marL="0" indent="0" algn="l" defTabSz="608195" rtl="0" eaLnBrk="0" fontAlgn="base" hangingPunct="0">
        <a:spcBef>
          <a:spcPct val="0"/>
        </a:spcBef>
        <a:spcAft>
          <a:spcPts val="800"/>
        </a:spcAft>
        <a:buClr>
          <a:schemeClr val="bg2"/>
        </a:buClr>
        <a:buFont typeface="Arial" charset="0"/>
        <a:defRPr sz="2201" kern="1200">
          <a:solidFill>
            <a:schemeClr val="tx1"/>
          </a:solidFill>
          <a:latin typeface="Arial"/>
          <a:ea typeface="ヒラギノ角ゴ Pro W3" charset="0"/>
          <a:cs typeface="Arial"/>
        </a:defRPr>
      </a:lvl1pPr>
      <a:lvl2pPr marL="181029" indent="-181029" algn="l" defTabSz="608195" rtl="0" eaLnBrk="0" fontAlgn="base" hangingPunct="0">
        <a:spcBef>
          <a:spcPct val="0"/>
        </a:spcBef>
        <a:spcAft>
          <a:spcPts val="538"/>
        </a:spcAft>
        <a:buClrTx/>
        <a:buSzPct val="100000"/>
        <a:buFont typeface="Arial" charset="0"/>
        <a:buChar char="•"/>
        <a:defRPr sz="2001" kern="1200">
          <a:solidFill>
            <a:schemeClr val="tx1"/>
          </a:solidFill>
          <a:latin typeface="Arial"/>
          <a:ea typeface="Arial" charset="0"/>
          <a:cs typeface="Arial"/>
        </a:defRPr>
      </a:lvl2pPr>
      <a:lvl3pPr marL="363647" indent="-181029" algn="l" defTabSz="608195" rtl="0" eaLnBrk="0" fontAlgn="base" hangingPunct="0">
        <a:spcBef>
          <a:spcPct val="0"/>
        </a:spcBef>
        <a:spcAft>
          <a:spcPts val="538"/>
        </a:spcAft>
        <a:buFont typeface="Lucida Grande" charset="0"/>
        <a:buChar char="-"/>
        <a:defRPr kern="1200">
          <a:solidFill>
            <a:schemeClr val="tx1"/>
          </a:solidFill>
          <a:latin typeface="Arial"/>
          <a:ea typeface="Arial" charset="0"/>
          <a:cs typeface="Arial"/>
        </a:defRPr>
      </a:lvl3pPr>
      <a:lvl4pPr marL="547852" indent="-181029" algn="l" defTabSz="608195" rtl="0" eaLnBrk="0" fontAlgn="base" hangingPunct="0">
        <a:spcBef>
          <a:spcPct val="0"/>
        </a:spcBef>
        <a:spcAft>
          <a:spcPts val="538"/>
        </a:spcAft>
        <a:buFont typeface="Arial" charset="0"/>
        <a:buChar char="•"/>
        <a:defRPr sz="1600" kern="1200">
          <a:solidFill>
            <a:schemeClr val="tx1"/>
          </a:solidFill>
          <a:latin typeface="Arial"/>
          <a:ea typeface="Arial" charset="0"/>
          <a:cs typeface="Arial"/>
        </a:defRPr>
      </a:lvl4pPr>
      <a:lvl5pPr marL="728882" indent="-181029" algn="l" defTabSz="608195" rtl="0" eaLnBrk="0" fontAlgn="base" hangingPunct="0">
        <a:spcBef>
          <a:spcPct val="0"/>
        </a:spcBef>
        <a:spcAft>
          <a:spcPts val="538"/>
        </a:spcAft>
        <a:buFont typeface="Lucida Grande" charset="0"/>
        <a:buChar char="-"/>
        <a:defRPr sz="1600" kern="1200">
          <a:solidFill>
            <a:schemeClr val="tx1"/>
          </a:solidFill>
          <a:latin typeface="Arial"/>
          <a:ea typeface="Arial" charset="0"/>
          <a:cs typeface="Arial"/>
        </a:defRPr>
      </a:lvl5pPr>
      <a:lvl6pPr marL="3353024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663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2304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945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41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81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922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561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203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844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484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125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319" y="1"/>
            <a:ext cx="8703354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320" y="1600200"/>
            <a:ext cx="11277362" cy="469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319" y="6547104"/>
            <a:ext cx="952748" cy="31089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/>
            </a:lvl1pPr>
          </a:lstStyle>
          <a:p>
            <a:pPr>
              <a:defRPr/>
            </a:pPr>
            <a:fld id="{AB00301F-9BDF-5C41-9C68-3496D81A1D2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76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379" r:id="rId1"/>
    <p:sldLayoutId id="2147486380" r:id="rId2"/>
    <p:sldLayoutId id="2147486387" r:id="rId3"/>
    <p:sldLayoutId id="2147486392" r:id="rId4"/>
    <p:sldLayoutId id="2147486397" r:id="rId5"/>
    <p:sldLayoutId id="2147486402" r:id="rId6"/>
    <p:sldLayoutId id="2147486407" r:id="rId7"/>
    <p:sldLayoutId id="2147486412" r:id="rId8"/>
    <p:sldLayoutId id="2147486413" r:id="rId9"/>
    <p:sldLayoutId id="2147486414" r:id="rId10"/>
  </p:sldLayoutIdLst>
  <p:hf hdr="0" dt="0"/>
  <p:txStyles>
    <p:titleStyle>
      <a:lvl1pPr algn="l" defTabSz="608195" rtl="0" eaLnBrk="0" fontAlgn="base" hangingPunct="0">
        <a:lnSpc>
          <a:spcPts val="2900"/>
        </a:lnSpc>
        <a:spcBef>
          <a:spcPct val="0"/>
        </a:spcBef>
        <a:spcAft>
          <a:spcPct val="0"/>
        </a:spcAft>
        <a:defRPr sz="2801" kern="1200">
          <a:solidFill>
            <a:schemeClr val="tx1"/>
          </a:solidFill>
          <a:latin typeface="Arial"/>
          <a:ea typeface="ヒラギノ角ゴ Pro W3" charset="0"/>
          <a:cs typeface="Arial"/>
        </a:defRPr>
      </a:lvl1pPr>
      <a:lvl2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2pPr>
      <a:lvl3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3pPr>
      <a:lvl4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4pPr>
      <a:lvl5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5pPr>
      <a:lvl6pPr marL="609641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6pPr>
      <a:lvl7pPr marL="1219281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7pPr>
      <a:lvl8pPr marL="1828922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8pPr>
      <a:lvl9pPr marL="2438561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9pPr>
    </p:titleStyle>
    <p:bodyStyle>
      <a:lvl1pPr marL="0" indent="0" algn="l" defTabSz="608195" rtl="0" eaLnBrk="0" fontAlgn="base" hangingPunct="0">
        <a:spcBef>
          <a:spcPct val="0"/>
        </a:spcBef>
        <a:spcAft>
          <a:spcPts val="800"/>
        </a:spcAft>
        <a:buClr>
          <a:schemeClr val="bg2"/>
        </a:buClr>
        <a:buFont typeface="Arial" charset="0"/>
        <a:defRPr sz="2201" kern="1200">
          <a:solidFill>
            <a:schemeClr val="tx1"/>
          </a:solidFill>
          <a:latin typeface="Arial"/>
          <a:ea typeface="ヒラギノ角ゴ Pro W3" charset="0"/>
          <a:cs typeface="Arial"/>
        </a:defRPr>
      </a:lvl1pPr>
      <a:lvl2pPr marL="181029" indent="-181029" algn="l" defTabSz="608195" rtl="0" eaLnBrk="0" fontAlgn="base" hangingPunct="0">
        <a:spcBef>
          <a:spcPct val="0"/>
        </a:spcBef>
        <a:spcAft>
          <a:spcPts val="538"/>
        </a:spcAft>
        <a:buClrTx/>
        <a:buSzPct val="100000"/>
        <a:buFont typeface="Arial" charset="0"/>
        <a:buChar char="•"/>
        <a:defRPr sz="2001" kern="1200">
          <a:solidFill>
            <a:schemeClr val="tx1"/>
          </a:solidFill>
          <a:latin typeface="Arial"/>
          <a:ea typeface="Arial" charset="0"/>
          <a:cs typeface="Arial"/>
        </a:defRPr>
      </a:lvl2pPr>
      <a:lvl3pPr marL="363647" indent="-181029" algn="l" defTabSz="608195" rtl="0" eaLnBrk="0" fontAlgn="base" hangingPunct="0">
        <a:spcBef>
          <a:spcPct val="0"/>
        </a:spcBef>
        <a:spcAft>
          <a:spcPts val="538"/>
        </a:spcAft>
        <a:buFont typeface="Lucida Grande" charset="0"/>
        <a:buChar char="-"/>
        <a:defRPr kern="1200">
          <a:solidFill>
            <a:schemeClr val="tx1"/>
          </a:solidFill>
          <a:latin typeface="Arial"/>
          <a:ea typeface="Arial" charset="0"/>
          <a:cs typeface="Arial"/>
        </a:defRPr>
      </a:lvl3pPr>
      <a:lvl4pPr marL="547852" indent="-181029" algn="l" defTabSz="608195" rtl="0" eaLnBrk="0" fontAlgn="base" hangingPunct="0">
        <a:spcBef>
          <a:spcPct val="0"/>
        </a:spcBef>
        <a:spcAft>
          <a:spcPts val="538"/>
        </a:spcAft>
        <a:buFont typeface="Arial" charset="0"/>
        <a:buChar char="•"/>
        <a:defRPr sz="1600" kern="1200">
          <a:solidFill>
            <a:schemeClr val="tx1"/>
          </a:solidFill>
          <a:latin typeface="Arial"/>
          <a:ea typeface="Arial" charset="0"/>
          <a:cs typeface="Arial"/>
        </a:defRPr>
      </a:lvl4pPr>
      <a:lvl5pPr marL="728882" indent="-181029" algn="l" defTabSz="608195" rtl="0" eaLnBrk="0" fontAlgn="base" hangingPunct="0">
        <a:spcBef>
          <a:spcPct val="0"/>
        </a:spcBef>
        <a:spcAft>
          <a:spcPts val="538"/>
        </a:spcAft>
        <a:buFont typeface="Lucida Grande" charset="0"/>
        <a:buChar char="-"/>
        <a:defRPr sz="1600" kern="1200">
          <a:solidFill>
            <a:schemeClr val="tx1"/>
          </a:solidFill>
          <a:latin typeface="Arial"/>
          <a:ea typeface="Arial" charset="0"/>
          <a:cs typeface="Arial"/>
        </a:defRPr>
      </a:lvl5pPr>
      <a:lvl6pPr marL="3353024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663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2304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945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41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81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922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561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203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844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484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125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319" y="1"/>
            <a:ext cx="8703354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320" y="1600200"/>
            <a:ext cx="11277362" cy="469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319" y="6547104"/>
            <a:ext cx="952748" cy="31089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/>
            </a:lvl1pPr>
          </a:lstStyle>
          <a:p>
            <a:pPr>
              <a:defRPr/>
            </a:pPr>
            <a:fld id="{AB00301F-9BDF-5C41-9C68-3496D81A1D2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475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409" r:id="rId1"/>
    <p:sldLayoutId id="2147486410" r:id="rId2"/>
  </p:sldLayoutIdLst>
  <p:hf hdr="0" dt="0"/>
  <p:txStyles>
    <p:titleStyle>
      <a:lvl1pPr algn="l" defTabSz="608195" rtl="0" eaLnBrk="0" fontAlgn="base" hangingPunct="0">
        <a:lnSpc>
          <a:spcPts val="2900"/>
        </a:lnSpc>
        <a:spcBef>
          <a:spcPct val="0"/>
        </a:spcBef>
        <a:spcAft>
          <a:spcPct val="0"/>
        </a:spcAft>
        <a:defRPr sz="2801" kern="1200">
          <a:solidFill>
            <a:schemeClr val="tx1"/>
          </a:solidFill>
          <a:latin typeface="Arial"/>
          <a:ea typeface="ヒラギノ角ゴ Pro W3" charset="0"/>
          <a:cs typeface="Arial"/>
        </a:defRPr>
      </a:lvl1pPr>
      <a:lvl2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2pPr>
      <a:lvl3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3pPr>
      <a:lvl4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4pPr>
      <a:lvl5pPr algn="l" defTabSz="608195" rtl="0" eaLnBrk="0" fontAlgn="base" hangingPunct="0">
        <a:lnSpc>
          <a:spcPts val="2901"/>
        </a:lnSpc>
        <a:spcBef>
          <a:spcPct val="0"/>
        </a:spcBef>
        <a:spcAft>
          <a:spcPct val="0"/>
        </a:spcAft>
        <a:defRPr sz="2801">
          <a:solidFill>
            <a:srgbClr val="53565A"/>
          </a:solidFill>
          <a:latin typeface="Arial" pitchFamily="34" charset="0"/>
          <a:ea typeface="ヒラギノ角ゴ Pro W3" charset="0"/>
          <a:cs typeface="Arial" pitchFamily="34" charset="0"/>
        </a:defRPr>
      </a:lvl5pPr>
      <a:lvl6pPr marL="609641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6pPr>
      <a:lvl7pPr marL="1219281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7pPr>
      <a:lvl8pPr marL="1828922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8pPr>
      <a:lvl9pPr marL="2438561" algn="l" defTabSz="609641" rtl="0" eaLnBrk="1" fontAlgn="base" hangingPunct="1">
        <a:lnSpc>
          <a:spcPts val="3867"/>
        </a:lnSpc>
        <a:spcBef>
          <a:spcPct val="0"/>
        </a:spcBef>
        <a:spcAft>
          <a:spcPct val="0"/>
        </a:spcAft>
        <a:defRPr sz="3733">
          <a:solidFill>
            <a:schemeClr val="bg1"/>
          </a:solidFill>
          <a:latin typeface="Arial" pitchFamily="34" charset="0"/>
          <a:cs typeface="Arial" pitchFamily="34" charset="0"/>
        </a:defRPr>
      </a:lvl9pPr>
    </p:titleStyle>
    <p:bodyStyle>
      <a:lvl1pPr marL="0" indent="0" algn="l" defTabSz="608195" rtl="0" eaLnBrk="0" fontAlgn="base" hangingPunct="0">
        <a:spcBef>
          <a:spcPct val="0"/>
        </a:spcBef>
        <a:spcAft>
          <a:spcPts val="800"/>
        </a:spcAft>
        <a:buClr>
          <a:schemeClr val="bg2"/>
        </a:buClr>
        <a:buFont typeface="Arial" charset="0"/>
        <a:defRPr sz="2201" kern="1200">
          <a:solidFill>
            <a:schemeClr val="tx1"/>
          </a:solidFill>
          <a:latin typeface="Arial"/>
          <a:ea typeface="ヒラギノ角ゴ Pro W3" charset="0"/>
          <a:cs typeface="Arial"/>
        </a:defRPr>
      </a:lvl1pPr>
      <a:lvl2pPr marL="181029" indent="-181029" algn="l" defTabSz="608195" rtl="0" eaLnBrk="0" fontAlgn="base" hangingPunct="0">
        <a:spcBef>
          <a:spcPct val="0"/>
        </a:spcBef>
        <a:spcAft>
          <a:spcPts val="538"/>
        </a:spcAft>
        <a:buClrTx/>
        <a:buSzPct val="100000"/>
        <a:buFont typeface="Arial" charset="0"/>
        <a:buChar char="•"/>
        <a:defRPr sz="2001" kern="1200">
          <a:solidFill>
            <a:schemeClr val="tx1"/>
          </a:solidFill>
          <a:latin typeface="Arial"/>
          <a:ea typeface="Arial" charset="0"/>
          <a:cs typeface="Arial"/>
        </a:defRPr>
      </a:lvl2pPr>
      <a:lvl3pPr marL="363647" indent="-181029" algn="l" defTabSz="608195" rtl="0" eaLnBrk="0" fontAlgn="base" hangingPunct="0">
        <a:spcBef>
          <a:spcPct val="0"/>
        </a:spcBef>
        <a:spcAft>
          <a:spcPts val="538"/>
        </a:spcAft>
        <a:buFont typeface="Lucida Grande" charset="0"/>
        <a:buChar char="-"/>
        <a:defRPr kern="1200">
          <a:solidFill>
            <a:schemeClr val="tx1"/>
          </a:solidFill>
          <a:latin typeface="Arial"/>
          <a:ea typeface="Arial" charset="0"/>
          <a:cs typeface="Arial"/>
        </a:defRPr>
      </a:lvl3pPr>
      <a:lvl4pPr marL="547852" indent="-181029" algn="l" defTabSz="608195" rtl="0" eaLnBrk="0" fontAlgn="base" hangingPunct="0">
        <a:spcBef>
          <a:spcPct val="0"/>
        </a:spcBef>
        <a:spcAft>
          <a:spcPts val="538"/>
        </a:spcAft>
        <a:buFont typeface="Arial" charset="0"/>
        <a:buChar char="•"/>
        <a:defRPr sz="1600" kern="1200">
          <a:solidFill>
            <a:schemeClr val="tx1"/>
          </a:solidFill>
          <a:latin typeface="Arial"/>
          <a:ea typeface="Arial" charset="0"/>
          <a:cs typeface="Arial"/>
        </a:defRPr>
      </a:lvl4pPr>
      <a:lvl5pPr marL="728882" indent="-181029" algn="l" defTabSz="608195" rtl="0" eaLnBrk="0" fontAlgn="base" hangingPunct="0">
        <a:spcBef>
          <a:spcPct val="0"/>
        </a:spcBef>
        <a:spcAft>
          <a:spcPts val="538"/>
        </a:spcAft>
        <a:buFont typeface="Lucida Grande" charset="0"/>
        <a:buChar char="-"/>
        <a:defRPr sz="1600" kern="1200">
          <a:solidFill>
            <a:schemeClr val="tx1"/>
          </a:solidFill>
          <a:latin typeface="Arial"/>
          <a:ea typeface="Arial" charset="0"/>
          <a:cs typeface="Arial"/>
        </a:defRPr>
      </a:lvl5pPr>
      <a:lvl6pPr marL="3353024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663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2304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945" indent="-304820" algn="l" defTabSz="60964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41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81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922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561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203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844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484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125" algn="l" defTabSz="60964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0F7E11-08C2-4C1D-8C6E-F78A6112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27" y="2921425"/>
            <a:ext cx="8650113" cy="507575"/>
          </a:xfrm>
        </p:spPr>
        <p:txBody>
          <a:bodyPr/>
          <a:lstStyle/>
          <a:p>
            <a:pPr>
              <a:lnSpc>
                <a:spcPts val="2800"/>
              </a:lnSpc>
            </a:pPr>
            <a:r>
              <a:rPr lang="en-US" sz="5000" dirty="0"/>
              <a:t>Spot-check tool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1C9D97E-3952-338F-84A7-49E5D47104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125" y="6181725"/>
            <a:ext cx="1933575" cy="170517"/>
          </a:xfrm>
        </p:spPr>
        <p:txBody>
          <a:bodyPr/>
          <a:lstStyle/>
          <a:p>
            <a:r>
              <a:rPr lang="en-US" dirty="0"/>
              <a:t>30 Sep 2026</a:t>
            </a:r>
          </a:p>
        </p:txBody>
      </p:sp>
    </p:spTree>
    <p:extLst>
      <p:ext uri="{BB962C8B-B14F-4D97-AF65-F5344CB8AC3E}">
        <p14:creationId xmlns:p14="http://schemas.microsoft.com/office/powerpoint/2010/main" val="799911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1C33-E357-76F7-868F-4B76D86D5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E96960FC-D0F4-A340-8E5D-6334D90B9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11" y="49786"/>
            <a:ext cx="6764867" cy="861774"/>
          </a:xfrm>
        </p:spPr>
        <p:txBody>
          <a:bodyPr/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IN" b="1" dirty="0">
                <a:latin typeface="Roboto" panose="02000000000000000000" pitchFamily="2" charset="0"/>
                <a:ea typeface="Roboto" panose="02000000000000000000" pitchFamily="2" charset="0"/>
              </a:rPr>
              <a:t>Spot-Check tool</a:t>
            </a:r>
            <a:endParaRPr lang="en-US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05876-23BE-13DE-5491-522A671A44DE}"/>
              </a:ext>
            </a:extLst>
          </p:cNvPr>
          <p:cNvSpPr txBox="1"/>
          <p:nvPr/>
        </p:nvSpPr>
        <p:spPr>
          <a:xfrm>
            <a:off x="473711" y="4873946"/>
            <a:ext cx="628064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0085AD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Objective: </a:t>
            </a:r>
          </a:p>
          <a:p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Automate the visual and layout quality inspection of multi-language technical manuals against master English PDFs to minimize manual review effort, eliminate human error, and ensure 100% documentation fidelity.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DFB13D4-8BB5-5804-BE86-DD9A89B36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611" y="2033918"/>
            <a:ext cx="1083128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3C23B-D7C3-1B26-0ECC-7CEE5CF785D9}"/>
              </a:ext>
            </a:extLst>
          </p:cNvPr>
          <p:cNvSpPr txBox="1"/>
          <p:nvPr/>
        </p:nvSpPr>
        <p:spPr>
          <a:xfrm>
            <a:off x="473711" y="3150397"/>
            <a:ext cx="619211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5AD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Business Challenge</a:t>
            </a:r>
            <a:r>
              <a:rPr lang="en-US" i="0" dirty="0">
                <a:solidFill>
                  <a:srgbClr val="0085AD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</a:p>
          <a:p>
            <a:r>
              <a:rPr lang="en-IN" sz="1600" b="1" dirty="0">
                <a:latin typeface="Roboto" panose="02000000000000000000" pitchFamily="2" charset="0"/>
                <a:ea typeface="Roboto" panose="02000000000000000000" pitchFamily="2" charset="0"/>
              </a:rPr>
              <a:t>Massive Human Effort</a:t>
            </a: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: Comparing a 120-to-150-page manual against its translation manually can take up to </a:t>
            </a:r>
            <a:r>
              <a:rPr lang="en-IN" sz="1600" b="1" dirty="0">
                <a:latin typeface="Roboto" panose="02000000000000000000" pitchFamily="2" charset="0"/>
                <a:ea typeface="Roboto" panose="02000000000000000000" pitchFamily="2" charset="0"/>
              </a:rPr>
              <a:t>1 to 1.5 hour per language. </a:t>
            </a: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When there are such 30 translated files, it can take up to 3 days.</a:t>
            </a:r>
            <a:br>
              <a:rPr lang="en-IN" dirty="0"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5C4D7-DF6C-CFAB-8B5C-1257FE9CF999}"/>
              </a:ext>
            </a:extLst>
          </p:cNvPr>
          <p:cNvSpPr txBox="1"/>
          <p:nvPr/>
        </p:nvSpPr>
        <p:spPr>
          <a:xfrm>
            <a:off x="473711" y="843677"/>
            <a:ext cx="610471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0085AD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Overview:</a:t>
            </a:r>
          </a:p>
          <a:p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Spot-Check tool is a desktop quality-assurance application for comparing an English technical-manual PDF against one or more translated PDFs. It detects missing TOC topics, hyperlinks, barcode and QR-code counts, missing/extra/moved graphics, image-count mismatches, layout-region defects, text collisions and untranslated text against source (English pdf). This supports customization for different stylesheets.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D93794-4251-BFB7-4E69-974E3C681249}"/>
              </a:ext>
            </a:extLst>
          </p:cNvPr>
          <p:cNvSpPr txBox="1"/>
          <p:nvPr/>
        </p:nvSpPr>
        <p:spPr>
          <a:xfrm>
            <a:off x="7024132" y="995962"/>
            <a:ext cx="5085487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5AD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Capabilities:</a:t>
            </a:r>
            <a:endParaRPr lang="en-US" dirty="0">
              <a:solidFill>
                <a:srgbClr val="0085AD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Input and batch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TOC and hyperlinks missing identification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Barcode and QR-code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Graphic extraction and comparison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Symmetric image 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Stylesheet Region Inspector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Text quality checks (overlap and non-translations)</a:t>
            </a:r>
            <a:endParaRPr lang="en-IN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C6A0DB-A2F7-7C29-DC69-D18EBCDDAF5A}"/>
              </a:ext>
            </a:extLst>
          </p:cNvPr>
          <p:cNvCxnSpPr/>
          <p:nvPr/>
        </p:nvCxnSpPr>
        <p:spPr>
          <a:xfrm>
            <a:off x="6881611" y="939384"/>
            <a:ext cx="0" cy="53794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2DE49E9-6851-6688-13A2-CE5C5248D2C2}"/>
              </a:ext>
            </a:extLst>
          </p:cNvPr>
          <p:cNvSpPr txBox="1"/>
          <p:nvPr/>
        </p:nvSpPr>
        <p:spPr>
          <a:xfrm>
            <a:off x="7013280" y="3827506"/>
            <a:ext cx="496993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0085AD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Expected Business Value: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Reduces time taken for review of each document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Zero-miss detection across QR and barcodes, TOC numeric, non-translated text, markup region and text collision.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Roboto" panose="02000000000000000000" pitchFamily="2" charset="0"/>
                <a:ea typeface="Roboto" panose="02000000000000000000" pitchFamily="2" charset="0"/>
              </a:rPr>
              <a:t>It achieves 90% accuracy on results and eliminates human error.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108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49E0-4D6E-F849-3A69-8B03926DC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9EF0F0A5-459B-0CB2-1122-F60D8A6C5F81}"/>
              </a:ext>
            </a:extLst>
          </p:cNvPr>
          <p:cNvSpPr txBox="1">
            <a:spLocks/>
          </p:cNvSpPr>
          <p:nvPr/>
        </p:nvSpPr>
        <p:spPr bwMode="auto">
          <a:xfrm>
            <a:off x="295755" y="2739621"/>
            <a:ext cx="3610498" cy="612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>
            <a:lvl1pPr algn="l" defTabSz="608195" rtl="0" eaLnBrk="0" fontAlgn="base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defRPr sz="2801" kern="1200">
                <a:solidFill>
                  <a:schemeClr val="bg2"/>
                </a:solidFill>
                <a:latin typeface="Arial"/>
                <a:ea typeface="ヒラギノ角ゴ Pro W3" charset="0"/>
                <a:cs typeface="Arial"/>
              </a:defRPr>
            </a:lvl1pPr>
            <a:lvl2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2pPr>
            <a:lvl3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3pPr>
            <a:lvl4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4pPr>
            <a:lvl5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5pPr>
            <a:lvl6pPr marL="60964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6pPr>
            <a:lvl7pPr marL="121928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7pPr>
            <a:lvl8pPr marL="1828922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8pPr>
            <a:lvl9pPr marL="243856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BEFORE THIS TOOL: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5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24B54B43-B0B3-5774-5FB2-BCA02435F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7" y="3146110"/>
            <a:ext cx="579036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Workflow: </a:t>
            </a:r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</a:rPr>
              <a:t>Render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-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Review all translated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PDFs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</a:rPr>
              <a:t>-Publish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Manual hours requir</a:t>
            </a:r>
            <a:r>
              <a:rPr lang="en-US" altLang="en-US" sz="1400" b="1" dirty="0">
                <a:latin typeface="Roboto" panose="02000000000000000000" pitchFamily="2" charset="0"/>
                <a:ea typeface="Roboto" panose="02000000000000000000" pitchFamily="2" charset="0"/>
              </a:rPr>
              <a:t>ed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: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r>
              <a:rPr lang="en-US" altLang="en-US" sz="1400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pprox. 1 to 1.5 </a:t>
            </a:r>
            <a:r>
              <a:rPr lang="en-US" altLang="en-US" sz="1400" dirty="0" err="1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hr</a:t>
            </a:r>
            <a:r>
              <a:rPr lang="en-US" altLang="en-US" sz="1400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per pdf (of 150 pages)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Overall duration: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Approximately 2–3 days for 30 PDFs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Process involves manual </a:t>
            </a:r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</a:rPr>
              <a:t>review for every translated language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High effort</a:t>
            </a:r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</a:rPr>
              <a:t> and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straining workflow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Prone to human error and inconsistencies 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9155F086-1A88-48AD-161D-5FBEE4ECDDA9}"/>
              </a:ext>
            </a:extLst>
          </p:cNvPr>
          <p:cNvSpPr txBox="1">
            <a:spLocks/>
          </p:cNvSpPr>
          <p:nvPr/>
        </p:nvSpPr>
        <p:spPr bwMode="auto">
          <a:xfrm>
            <a:off x="5926835" y="2732879"/>
            <a:ext cx="3214391" cy="62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>
            <a:lvl1pPr algn="l" defTabSz="608195" rtl="0" eaLnBrk="0" fontAlgn="base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defRPr sz="2801" kern="1200">
                <a:solidFill>
                  <a:schemeClr val="bg2"/>
                </a:solidFill>
                <a:latin typeface="Arial"/>
                <a:ea typeface="ヒラギノ角ゴ Pro W3" charset="0"/>
                <a:cs typeface="Arial"/>
              </a:defRPr>
            </a:lvl1pPr>
            <a:lvl2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2pPr>
            <a:lvl3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3pPr>
            <a:lvl4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4pPr>
            <a:lvl5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5pPr>
            <a:lvl6pPr marL="60964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6pPr>
            <a:lvl7pPr marL="121928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7pPr>
            <a:lvl8pPr marL="1828922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8pPr>
            <a:lvl9pPr marL="243856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AFTER THIS TOOL: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5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40DBFB7A-BBBA-D1A6-33C6-E156463AF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765" y="3146110"/>
            <a:ext cx="626883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Workflow: </a:t>
            </a:r>
            <a:r>
              <a:rPr lang="en-US" altLang="en-US" sz="1400" dirty="0">
                <a:latin typeface="Arial" panose="020B0604020202020204" pitchFamily="34" charset="0"/>
              </a:rPr>
              <a:t>Render-Spot check tool-</a:t>
            </a:r>
            <a:r>
              <a:rPr lang="en-US" altLang="en-US" sz="1400" b="1" dirty="0">
                <a:solidFill>
                  <a:srgbClr val="00B0F0"/>
                </a:solidFill>
                <a:latin typeface="Arial" panose="020B0604020202020204" pitchFamily="34" charset="0"/>
              </a:rPr>
              <a:t>Review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b="1" dirty="0">
                <a:solidFill>
                  <a:srgbClr val="00B0F0"/>
                </a:solidFill>
                <a:latin typeface="Arial" panose="020B0604020202020204" pitchFamily="34" charset="0"/>
              </a:rPr>
              <a:t>of only sample files</a:t>
            </a:r>
            <a:r>
              <a:rPr lang="en-US" altLang="en-US" sz="1400" dirty="0">
                <a:latin typeface="Arial" panose="020B0604020202020204" pitchFamily="34" charset="0"/>
              </a:rPr>
              <a:t>-Publish</a:t>
            </a:r>
          </a:p>
          <a:p>
            <a:pPr marL="285750" indent="-285750" defTabSz="914400"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Tool time require: </a:t>
            </a:r>
            <a:r>
              <a:rPr lang="en-US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Approx.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2 mins </a:t>
            </a:r>
            <a:r>
              <a:rPr lang="en-US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per PDF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(of 150 pages</a:t>
            </a:r>
            <a:r>
              <a:rPr lang="en-US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)</a:t>
            </a:r>
          </a:p>
          <a:p>
            <a:pPr marL="285750" indent="-285750" defTabSz="914400"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Manual hours required: </a:t>
            </a:r>
            <a:r>
              <a:rPr lang="en-US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1 to 1.5 </a:t>
            </a:r>
            <a:r>
              <a:rPr lang="en-US" altLang="en-US" sz="1400" dirty="0" err="1">
                <a:solidFill>
                  <a:srgbClr val="00B0F0"/>
                </a:solidFill>
                <a:latin typeface="Arial" panose="020B0604020202020204" pitchFamily="34" charset="0"/>
              </a:rPr>
              <a:t>hr</a:t>
            </a:r>
            <a:r>
              <a:rPr lang="en-US" altLang="en-US" sz="1400" dirty="0">
                <a:solidFill>
                  <a:srgbClr val="00B0F0"/>
                </a:solidFill>
                <a:latin typeface="Arial" panose="020B0604020202020204" pitchFamily="34" charset="0"/>
              </a:rPr>
              <a:t> per file - but only for sample files</a:t>
            </a:r>
          </a:p>
          <a:p>
            <a:pPr defTabSz="914400"/>
            <a:r>
              <a:rPr lang="en-US" altLang="en-US" sz="1400" dirty="0">
                <a:latin typeface="Arial" panose="020B0604020202020204" pitchFamily="34" charset="0"/>
              </a:rPr>
              <a:t>(For adjusting markup if any, manual review time to review tables, chunk topic, version codes, measurements units… )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duration: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Approximately 6-7 hours for 30 PDFs</a:t>
            </a:r>
          </a:p>
          <a:p>
            <a:pPr marL="285750" indent="-285750" defTabSz="91440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95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 Hit rate, </a:t>
            </a:r>
            <a:r>
              <a:rPr lang="en-US" altLang="en-US" sz="1400" b="1" dirty="0">
                <a:latin typeface="Arial" panose="020B0604020202020204" pitchFamily="34" charset="0"/>
              </a:rPr>
              <a:t>90</a:t>
            </a:r>
            <a:r>
              <a:rPr lang="en-US" altLang="en-US" sz="1400" dirty="0">
                <a:latin typeface="Arial" panose="020B0604020202020204" pitchFamily="34" charset="0"/>
              </a:rPr>
              <a:t>% accurate results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Significantly reduces human overlook especially with stylesheet review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Only need to verify the tables, missing chunk topics and values. 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6F1AB9-F71D-4DDF-CA48-1618CE322E08}"/>
              </a:ext>
            </a:extLst>
          </p:cNvPr>
          <p:cNvSpPr txBox="1"/>
          <p:nvPr/>
        </p:nvSpPr>
        <p:spPr>
          <a:xfrm>
            <a:off x="151354" y="209007"/>
            <a:ext cx="90914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Flow Chart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en-IN" sz="28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E9B108B-6FEB-DEF2-FA07-3EA33332A022}"/>
              </a:ext>
            </a:extLst>
          </p:cNvPr>
          <p:cNvCxnSpPr>
            <a:cxnSpLocks/>
          </p:cNvCxnSpPr>
          <p:nvPr/>
        </p:nvCxnSpPr>
        <p:spPr>
          <a:xfrm>
            <a:off x="5786694" y="3001247"/>
            <a:ext cx="0" cy="2252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51BF3E2-3EA6-1B50-78A4-8007DEF64540}"/>
              </a:ext>
            </a:extLst>
          </p:cNvPr>
          <p:cNvGrpSpPr/>
          <p:nvPr/>
        </p:nvGrpSpPr>
        <p:grpSpPr>
          <a:xfrm>
            <a:off x="369307" y="845199"/>
            <a:ext cx="11100798" cy="1543794"/>
            <a:chOff x="369307" y="845199"/>
            <a:chExt cx="11100798" cy="154379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7257E98-28BC-B276-337C-E2431E12D5DD}"/>
                </a:ext>
              </a:extLst>
            </p:cNvPr>
            <p:cNvSpPr/>
            <p:nvPr/>
          </p:nvSpPr>
          <p:spPr>
            <a:xfrm>
              <a:off x="369307" y="1780072"/>
              <a:ext cx="2001520" cy="52322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Roboto" panose="02000000000000000000" pitchFamily="2" charset="0"/>
                  <a:ea typeface="Roboto" panose="02000000000000000000" pitchFamily="2" charset="0"/>
                </a:rPr>
                <a:t>Configuration Setup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A8D38CE-9E02-3757-4B37-EC09C23EAA89}"/>
                </a:ext>
              </a:extLst>
            </p:cNvPr>
            <p:cNvSpPr/>
            <p:nvPr/>
          </p:nvSpPr>
          <p:spPr>
            <a:xfrm>
              <a:off x="2758340" y="1791400"/>
              <a:ext cx="2553735" cy="56460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M</a:t>
              </a:r>
              <a:r>
                <a:rPr lang="en-IN" sz="1400" dirty="0">
                  <a:latin typeface="Roboto" panose="02000000000000000000" pitchFamily="2" charset="0"/>
                  <a:ea typeface="Roboto" panose="02000000000000000000" pitchFamily="2" charset="0"/>
                </a:rPr>
                <a:t>ark-up the review regions in region inspector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F381D66-40CF-CCDF-FC20-842779136828}"/>
                </a:ext>
              </a:extLst>
            </p:cNvPr>
            <p:cNvSpPr/>
            <p:nvPr/>
          </p:nvSpPr>
          <p:spPr>
            <a:xfrm>
              <a:off x="5731501" y="1791399"/>
              <a:ext cx="1828802" cy="564607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Roboto" panose="02000000000000000000" pitchFamily="2" charset="0"/>
                  <a:ea typeface="Roboto" panose="02000000000000000000" pitchFamily="2" charset="0"/>
                </a:rPr>
                <a:t>C</a:t>
              </a:r>
              <a:r>
                <a:rPr lang="en-IN" sz="1400" dirty="0">
                  <a:latin typeface="Roboto" panose="02000000000000000000" pitchFamily="2" charset="0"/>
                  <a:ea typeface="Roboto" panose="02000000000000000000" pitchFamily="2" charset="0"/>
                </a:rPr>
                <a:t>lick the start button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290BC1A-928B-91C5-BB7C-96E38470517D}"/>
                </a:ext>
              </a:extLst>
            </p:cNvPr>
            <p:cNvSpPr/>
            <p:nvPr/>
          </p:nvSpPr>
          <p:spPr>
            <a:xfrm>
              <a:off x="7935097" y="1824385"/>
              <a:ext cx="3535008" cy="564608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400" dirty="0">
                  <a:latin typeface="Roboto" panose="02000000000000000000" pitchFamily="2" charset="0"/>
                  <a:ea typeface="Roboto" panose="02000000000000000000" pitchFamily="2" charset="0"/>
                </a:rPr>
                <a:t>Output: Shows the result in review tab and saves the result in an excel file as well.</a:t>
              </a:r>
            </a:p>
          </p:txBody>
        </p:sp>
        <p:sp>
          <p:nvSpPr>
            <p:cNvPr id="40" name="Arrow: Down 39">
              <a:extLst>
                <a:ext uri="{FF2B5EF4-FFF2-40B4-BE49-F238E27FC236}">
                  <a16:creationId xmlns:a16="http://schemas.microsoft.com/office/drawing/2014/main" id="{0DF423F3-1B8A-E7E8-8B95-CF549ED1822F}"/>
                </a:ext>
              </a:extLst>
            </p:cNvPr>
            <p:cNvSpPr/>
            <p:nvPr/>
          </p:nvSpPr>
          <p:spPr>
            <a:xfrm rot="16200000">
              <a:off x="2467347" y="1881910"/>
              <a:ext cx="162560" cy="355600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1" name="Arrow: Down 40">
              <a:extLst>
                <a:ext uri="{FF2B5EF4-FFF2-40B4-BE49-F238E27FC236}">
                  <a16:creationId xmlns:a16="http://schemas.microsoft.com/office/drawing/2014/main" id="{ED89B9F0-170A-4B4B-3984-BE5CC3E5BEE6}"/>
                </a:ext>
              </a:extLst>
            </p:cNvPr>
            <p:cNvSpPr/>
            <p:nvPr/>
          </p:nvSpPr>
          <p:spPr>
            <a:xfrm rot="16200000">
              <a:off x="5440508" y="1936753"/>
              <a:ext cx="162560" cy="355600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2" name="Arrow: Down 41">
              <a:extLst>
                <a:ext uri="{FF2B5EF4-FFF2-40B4-BE49-F238E27FC236}">
                  <a16:creationId xmlns:a16="http://schemas.microsoft.com/office/drawing/2014/main" id="{7D97CCD7-D204-584B-6701-2E9749A67904}"/>
                </a:ext>
              </a:extLst>
            </p:cNvPr>
            <p:cNvSpPr/>
            <p:nvPr/>
          </p:nvSpPr>
          <p:spPr>
            <a:xfrm rot="16200000">
              <a:off x="7666420" y="1980169"/>
              <a:ext cx="162560" cy="355600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4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4" name="Right Brace 43">
              <a:extLst>
                <a:ext uri="{FF2B5EF4-FFF2-40B4-BE49-F238E27FC236}">
                  <a16:creationId xmlns:a16="http://schemas.microsoft.com/office/drawing/2014/main" id="{6360AFD6-0C8A-0021-D501-370F79BA455D}"/>
                </a:ext>
              </a:extLst>
            </p:cNvPr>
            <p:cNvSpPr/>
            <p:nvPr/>
          </p:nvSpPr>
          <p:spPr>
            <a:xfrm rot="16200000">
              <a:off x="8448773" y="-1265323"/>
              <a:ext cx="304059" cy="5738604"/>
            </a:xfrm>
            <a:prstGeom prst="rightBrace">
              <a:avLst>
                <a:gd name="adj1" fmla="val 12336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5" name="Right Brace 44">
              <a:extLst>
                <a:ext uri="{FF2B5EF4-FFF2-40B4-BE49-F238E27FC236}">
                  <a16:creationId xmlns:a16="http://schemas.microsoft.com/office/drawing/2014/main" id="{93350E9F-FAED-1D7D-80C2-6802536597B8}"/>
                </a:ext>
              </a:extLst>
            </p:cNvPr>
            <p:cNvSpPr/>
            <p:nvPr/>
          </p:nvSpPr>
          <p:spPr>
            <a:xfrm rot="16200000">
              <a:off x="1215830" y="681228"/>
              <a:ext cx="285152" cy="182880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430FE26-4BE8-F372-2B58-AB0789C1CC2A}"/>
                </a:ext>
              </a:extLst>
            </p:cNvPr>
            <p:cNvSpPr txBox="1"/>
            <p:nvPr/>
          </p:nvSpPr>
          <p:spPr>
            <a:xfrm>
              <a:off x="596092" y="1124640"/>
              <a:ext cx="17514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Roboto" panose="02000000000000000000" pitchFamily="2" charset="0"/>
                  <a:ea typeface="Roboto" panose="02000000000000000000" pitchFamily="2" charset="0"/>
                </a:rPr>
                <a:t>One time tool setup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CEFC60-C074-5EED-15D8-D3D3244B0463}"/>
                </a:ext>
              </a:extLst>
            </p:cNvPr>
            <p:cNvSpPr txBox="1"/>
            <p:nvPr/>
          </p:nvSpPr>
          <p:spPr>
            <a:xfrm>
              <a:off x="6986762" y="995624"/>
              <a:ext cx="32258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latin typeface="Roboto" panose="02000000000000000000" pitchFamily="2" charset="0"/>
                  <a:ea typeface="Roboto" panose="02000000000000000000" pitchFamily="2" charset="0"/>
                </a:rPr>
                <a:t>No Manual interruption required</a:t>
              </a:r>
            </a:p>
            <a:p>
              <a:pPr algn="ctr"/>
              <a:r>
                <a:rPr lang="en-IN" sz="1200" dirty="0">
                  <a:latin typeface="Roboto" panose="02000000000000000000" pitchFamily="2" charset="0"/>
                  <a:ea typeface="Roboto" panose="02000000000000000000" pitchFamily="2" charset="0"/>
                </a:rPr>
                <a:t>Completely automated</a:t>
              </a:r>
            </a:p>
          </p:txBody>
        </p:sp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96677ABA-BD01-F93B-16BC-1F2838F29E3F}"/>
                </a:ext>
              </a:extLst>
            </p:cNvPr>
            <p:cNvSpPr/>
            <p:nvPr/>
          </p:nvSpPr>
          <p:spPr>
            <a:xfrm rot="5400000" flipH="1">
              <a:off x="3921303" y="684297"/>
              <a:ext cx="227807" cy="1828803"/>
            </a:xfrm>
            <a:prstGeom prst="rightBrace">
              <a:avLst>
                <a:gd name="adj1" fmla="val 12336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82B3EC8-23F6-3FD0-9C32-A9B94E7A6AF6}"/>
                </a:ext>
              </a:extLst>
            </p:cNvPr>
            <p:cNvSpPr txBox="1"/>
            <p:nvPr/>
          </p:nvSpPr>
          <p:spPr>
            <a:xfrm>
              <a:off x="2422291" y="845199"/>
              <a:ext cx="32258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Roboto" panose="02000000000000000000" pitchFamily="2" charset="0"/>
                  <a:ea typeface="Roboto" panose="02000000000000000000" pitchFamily="2" charset="0"/>
                </a:rPr>
                <a:t>If it is new style sheet Manual interruption is need to mark-up the required region or if not, need to verify the region are correctly placed.</a:t>
              </a: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AFA5D9F6-6385-66C2-CD66-CB5B0B87EC92}"/>
              </a:ext>
            </a:extLst>
          </p:cNvPr>
          <p:cNvSpPr txBox="1">
            <a:spLocks/>
          </p:cNvSpPr>
          <p:nvPr/>
        </p:nvSpPr>
        <p:spPr bwMode="auto">
          <a:xfrm>
            <a:off x="321022" y="4968633"/>
            <a:ext cx="4253073" cy="770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>
            <a:lvl1pPr algn="l" defTabSz="608195" rtl="0" eaLnBrk="0" fontAlgn="base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defRPr sz="2801" kern="1200">
                <a:solidFill>
                  <a:schemeClr val="bg2"/>
                </a:solidFill>
                <a:latin typeface="Arial"/>
                <a:ea typeface="ヒラギノ角ゴ Pro W3" charset="0"/>
                <a:cs typeface="Arial"/>
              </a:defRPr>
            </a:lvl1pPr>
            <a:lvl2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2pPr>
            <a:lvl3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3pPr>
            <a:lvl4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4pPr>
            <a:lvl5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5pPr>
            <a:lvl6pPr marL="60964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6pPr>
            <a:lvl7pPr marL="121928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7pPr>
            <a:lvl8pPr marL="1828922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8pPr>
            <a:lvl9pPr marL="243856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sz="1800" b="1" dirty="0">
                <a:latin typeface="Roboto" panose="02000000000000000000" pitchFamily="2" charset="0"/>
                <a:ea typeface="Roboto" panose="02000000000000000000" pitchFamily="2" charset="0"/>
              </a:rPr>
              <a:t>FUTURE IMPROVEMENTS: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5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FE81FBA-D711-C7AD-2CA7-C92F0BBD6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020" y="5426638"/>
            <a:ext cx="649107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Table detection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</a:rPr>
              <a:t>Chuck topic missing identification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Missing reference detection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Roboto" panose="02000000000000000000" pitchFamily="2" charset="0"/>
                <a:ea typeface="Roboto" panose="02000000000000000000" pitchFamily="2" charset="0"/>
              </a:rPr>
              <a:t>Comparing measurement units, values, version codes consistently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120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DF52A-08F1-A811-6180-B8D270BB7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E095-B7C7-D8B6-A8CC-428CD0642E3B}"/>
              </a:ext>
            </a:extLst>
          </p:cNvPr>
          <p:cNvSpPr txBox="1">
            <a:spLocks/>
          </p:cNvSpPr>
          <p:nvPr/>
        </p:nvSpPr>
        <p:spPr bwMode="auto">
          <a:xfrm>
            <a:off x="225442" y="110995"/>
            <a:ext cx="56388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>
            <a:lvl1pPr algn="l" defTabSz="608195" rtl="0" eaLnBrk="0" fontAlgn="base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defRPr sz="2801" kern="1200">
                <a:solidFill>
                  <a:schemeClr val="bg2"/>
                </a:solidFill>
                <a:latin typeface="Arial"/>
                <a:ea typeface="ヒラギノ角ゴ Pro W3" charset="0"/>
                <a:cs typeface="Arial"/>
              </a:defRPr>
            </a:lvl1pPr>
            <a:lvl2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2pPr>
            <a:lvl3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3pPr>
            <a:lvl4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4pPr>
            <a:lvl5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5pPr>
            <a:lvl6pPr marL="60964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6pPr>
            <a:lvl7pPr marL="121928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7pPr>
            <a:lvl8pPr marL="1828922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8pPr>
            <a:lvl9pPr marL="243856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sz="2800" b="1" dirty="0"/>
              <a:t>GUI: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F75C8D-999A-76D4-03C2-E82307A34902}"/>
              </a:ext>
            </a:extLst>
          </p:cNvPr>
          <p:cNvSpPr txBox="1">
            <a:spLocks/>
          </p:cNvSpPr>
          <p:nvPr/>
        </p:nvSpPr>
        <p:spPr bwMode="auto">
          <a:xfrm>
            <a:off x="225442" y="110995"/>
            <a:ext cx="56388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>
            <a:lvl1pPr algn="l" defTabSz="608195" rtl="0" eaLnBrk="0" fontAlgn="base" hangingPunct="0">
              <a:lnSpc>
                <a:spcPts val="2900"/>
              </a:lnSpc>
              <a:spcBef>
                <a:spcPct val="0"/>
              </a:spcBef>
              <a:spcAft>
                <a:spcPct val="0"/>
              </a:spcAft>
              <a:defRPr sz="2801" kern="1200">
                <a:solidFill>
                  <a:schemeClr val="bg2"/>
                </a:solidFill>
                <a:latin typeface="Arial"/>
                <a:ea typeface="ヒラギノ角ゴ Pro W3" charset="0"/>
                <a:cs typeface="Arial"/>
              </a:defRPr>
            </a:lvl1pPr>
            <a:lvl2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2pPr>
            <a:lvl3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3pPr>
            <a:lvl4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4pPr>
            <a:lvl5pPr algn="l" defTabSz="608195" rtl="0" eaLnBrk="0" fontAlgn="base" hangingPunct="0">
              <a:lnSpc>
                <a:spcPts val="2901"/>
              </a:lnSpc>
              <a:spcBef>
                <a:spcPct val="0"/>
              </a:spcBef>
              <a:spcAft>
                <a:spcPct val="0"/>
              </a:spcAft>
              <a:defRPr sz="2801">
                <a:solidFill>
                  <a:srgbClr val="53565A"/>
                </a:solidFill>
                <a:latin typeface="Arial" pitchFamily="34" charset="0"/>
                <a:ea typeface="ヒラギノ角ゴ Pro W3" charset="0"/>
                <a:cs typeface="Arial" pitchFamily="34" charset="0"/>
              </a:defRPr>
            </a:lvl5pPr>
            <a:lvl6pPr marL="60964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6pPr>
            <a:lvl7pPr marL="121928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7pPr>
            <a:lvl8pPr marL="1828922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8pPr>
            <a:lvl9pPr marL="2438561" algn="l" defTabSz="609641" rtl="0" eaLnBrk="1" fontAlgn="base" hangingPunct="1">
              <a:lnSpc>
                <a:spcPts val="3867"/>
              </a:lnSpc>
              <a:spcBef>
                <a:spcPct val="0"/>
              </a:spcBef>
              <a:spcAft>
                <a:spcPct val="0"/>
              </a:spcAft>
              <a:defRPr sz="3733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sz="2800" b="1" dirty="0"/>
              <a:t>GUI: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B15703-90C5-BB1E-27A1-A889F1DAF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1" y="1205566"/>
            <a:ext cx="5638799" cy="41665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B94CCB-04FF-79A8-3CDC-1398A6445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05566"/>
            <a:ext cx="5801359" cy="416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30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2700E-82A3-1CF7-3AD3-CDE9D828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34D8BC7B-11C0-E31D-E504-BE2FC83B7A7B}"/>
              </a:ext>
            </a:extLst>
          </p:cNvPr>
          <p:cNvSpPr/>
          <p:nvPr/>
        </p:nvSpPr>
        <p:spPr>
          <a:xfrm>
            <a:off x="308055" y="2673829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085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2800" b="1" dirty="0">
              <a:solidFill>
                <a:srgbClr val="0085AD"/>
              </a:solidFill>
            </a:endParaRPr>
          </a:p>
        </p:txBody>
      </p:sp>
      <p:pic>
        <p:nvPicPr>
          <p:cNvPr id="7" name="Image 4" descr="/home/claude/ppt/icons/excel_white.png">
            <a:extLst>
              <a:ext uri="{FF2B5EF4-FFF2-40B4-BE49-F238E27FC236}">
                <a16:creationId xmlns:a16="http://schemas.microsoft.com/office/drawing/2014/main" id="{C1F03E9F-F139-A843-7FED-DBA16E1D3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3352800"/>
            <a:ext cx="402336" cy="402336"/>
          </a:xfrm>
          <a:prstGeom prst="rect">
            <a:avLst/>
          </a:prstGeom>
        </p:spPr>
      </p:pic>
      <p:sp>
        <p:nvSpPr>
          <p:cNvPr id="12" name="Text 19">
            <a:extLst>
              <a:ext uri="{FF2B5EF4-FFF2-40B4-BE49-F238E27FC236}">
                <a16:creationId xmlns:a16="http://schemas.microsoft.com/office/drawing/2014/main" id="{5679C672-045C-7FCC-2A61-E759A692861E}"/>
              </a:ext>
            </a:extLst>
          </p:cNvPr>
          <p:cNvSpPr/>
          <p:nvPr/>
        </p:nvSpPr>
        <p:spPr>
          <a:xfrm>
            <a:off x="266700" y="1357644"/>
            <a:ext cx="335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 text with review stamp, per template</a:t>
            </a: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8C126C40-60B0-FCF7-3DAE-AAA96B639B44}"/>
              </a:ext>
            </a:extLst>
          </p:cNvPr>
          <p:cNvSpPr/>
          <p:nvPr/>
        </p:nvSpPr>
        <p:spPr>
          <a:xfrm>
            <a:off x="266700" y="135213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085AD"/>
                </a:solidFill>
                <a:latin typeface="Arial" pitchFamily="34" charset="0"/>
                <a:cs typeface="Arial" pitchFamily="34" charset="-120"/>
              </a:rPr>
              <a:t>Input:</a:t>
            </a:r>
            <a:endParaRPr lang="en-US" sz="2800" b="1" dirty="0">
              <a:solidFill>
                <a:srgbClr val="0085AD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DB9F901-BE9E-AF52-8A87-8488167ED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063" y="157282"/>
            <a:ext cx="3781953" cy="25165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08EEF7-918D-FD0C-33DD-EC16AE699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776" y="2695898"/>
            <a:ext cx="7691120" cy="383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2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9F13B-10BA-8C40-5CCB-99F7EAC2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E2B5B1-370B-A1B0-C4CD-927473C36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E9BC33-2470-E74D-8B2C-3018BEDBEC8C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D337C-228F-9B01-B970-0AA410E8B4B5}"/>
              </a:ext>
            </a:extLst>
          </p:cNvPr>
          <p:cNvSpPr txBox="1"/>
          <p:nvPr/>
        </p:nvSpPr>
        <p:spPr>
          <a:xfrm>
            <a:off x="4330941" y="2461239"/>
            <a:ext cx="244329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solidFill>
                  <a:srgbClr val="0085AD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020606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20433-B956-8A0F-95EA-401B6F7AC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0C4E24-591B-E624-F403-0F5F4E1F75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E9BC33-2470-E74D-8B2C-3018BEDBEC8C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6112C-CC2D-601B-D3FD-E473269EF2A3}"/>
              </a:ext>
            </a:extLst>
          </p:cNvPr>
          <p:cNvSpPr txBox="1"/>
          <p:nvPr/>
        </p:nvSpPr>
        <p:spPr>
          <a:xfrm>
            <a:off x="4566582" y="2461239"/>
            <a:ext cx="197201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solidFill>
                  <a:srgbClr val="0085AD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763162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237C-6838-5DF2-94AB-036FF3E2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5A9499-55E5-8A18-1CDB-8C7898D516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E9BC33-2470-E74D-8B2C-3018BEDBEC8C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2FD7AD-5CE4-5E84-745A-53E2D8087F87}"/>
              </a:ext>
            </a:extLst>
          </p:cNvPr>
          <p:cNvSpPr txBox="1"/>
          <p:nvPr/>
        </p:nvSpPr>
        <p:spPr>
          <a:xfrm>
            <a:off x="3482151" y="2461239"/>
            <a:ext cx="414087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>
                <a:solidFill>
                  <a:srgbClr val="0085AD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33056435"/>
      </p:ext>
    </p:extLst>
  </p:cSld>
  <p:clrMapOvr>
    <a:masterClrMapping/>
  </p:clrMapOvr>
</p:sld>
</file>

<file path=ppt/theme/theme1.xml><?xml version="1.0" encoding="utf-8"?>
<a:theme xmlns:a="http://schemas.openxmlformats.org/drawingml/2006/main" name="Xylem Template">
  <a:themeElements>
    <a:clrScheme name="Xylem">
      <a:dk1>
        <a:sysClr val="windowText" lastClr="000000"/>
      </a:dk1>
      <a:lt1>
        <a:sysClr val="window" lastClr="FFFFFF"/>
      </a:lt1>
      <a:dk2>
        <a:srgbClr val="008C95"/>
      </a:dk2>
      <a:lt2>
        <a:srgbClr val="0085AD"/>
      </a:lt2>
      <a:accent1>
        <a:srgbClr val="009A44"/>
      </a:accent1>
      <a:accent2>
        <a:srgbClr val="0072CE"/>
      </a:accent2>
      <a:accent3>
        <a:srgbClr val="615E9B"/>
      </a:accent3>
      <a:accent4>
        <a:srgbClr val="E57200"/>
      </a:accent4>
      <a:accent5>
        <a:srgbClr val="BF0D3E"/>
      </a:accent5>
      <a:accent6>
        <a:srgbClr val="001A70"/>
      </a:accent6>
      <a:hlink>
        <a:srgbClr val="7A6855"/>
      </a:hlink>
      <a:folHlink>
        <a:srgbClr val="0085A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inter-Friendly">
  <a:themeElements>
    <a:clrScheme name="Xylem 1">
      <a:dk1>
        <a:sysClr val="windowText" lastClr="000000"/>
      </a:dk1>
      <a:lt1>
        <a:sysClr val="window" lastClr="FFFFFF"/>
      </a:lt1>
      <a:dk2>
        <a:srgbClr val="008C95"/>
      </a:dk2>
      <a:lt2>
        <a:srgbClr val="0085AD"/>
      </a:lt2>
      <a:accent1>
        <a:srgbClr val="00966C"/>
      </a:accent1>
      <a:accent2>
        <a:srgbClr val="0072CE"/>
      </a:accent2>
      <a:accent3>
        <a:srgbClr val="615E9B"/>
      </a:accent3>
      <a:accent4>
        <a:srgbClr val="E57200"/>
      </a:accent4>
      <a:accent5>
        <a:srgbClr val="BF0D3E"/>
      </a:accent5>
      <a:accent6>
        <a:srgbClr val="001A70"/>
      </a:accent6>
      <a:hlink>
        <a:srgbClr val="7A6855"/>
      </a:hlink>
      <a:folHlink>
        <a:srgbClr val="0085A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esigners Only">
  <a:themeElements>
    <a:clrScheme name="Xylem 1">
      <a:dk1>
        <a:sysClr val="windowText" lastClr="000000"/>
      </a:dk1>
      <a:lt1>
        <a:sysClr val="window" lastClr="FFFFFF"/>
      </a:lt1>
      <a:dk2>
        <a:srgbClr val="008C95"/>
      </a:dk2>
      <a:lt2>
        <a:srgbClr val="0085AD"/>
      </a:lt2>
      <a:accent1>
        <a:srgbClr val="00966C"/>
      </a:accent1>
      <a:accent2>
        <a:srgbClr val="0072CE"/>
      </a:accent2>
      <a:accent3>
        <a:srgbClr val="615E9B"/>
      </a:accent3>
      <a:accent4>
        <a:srgbClr val="E57200"/>
      </a:accent4>
      <a:accent5>
        <a:srgbClr val="BF0D3E"/>
      </a:accent5>
      <a:accent6>
        <a:srgbClr val="001A70"/>
      </a:accent6>
      <a:hlink>
        <a:srgbClr val="7A6855"/>
      </a:hlink>
      <a:folHlink>
        <a:srgbClr val="0085A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b4425a1-30d0-4cf3-a093-e7aec1c2804d}" enabled="1" method="Standard" siteId="{87789cc7-933c-4e19-99b3-73a1953e3d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510</Words>
  <Application>Microsoft Office PowerPoint</Application>
  <PresentationFormat>Widescreen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Lucida Grande</vt:lpstr>
      <vt:lpstr>Roboto</vt:lpstr>
      <vt:lpstr>Wingdings</vt:lpstr>
      <vt:lpstr>Xylem Template</vt:lpstr>
      <vt:lpstr>Printer-Friendly</vt:lpstr>
      <vt:lpstr>Designers Only</vt:lpstr>
      <vt:lpstr>Spot-check tool</vt:lpstr>
      <vt:lpstr> Spot-Check 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S, Giriharan - Ext</cp:lastModifiedBy>
  <cp:revision>2</cp:revision>
  <dcterms:modified xsi:type="dcterms:W3CDTF">2026-10-08T09:04:16Z</dcterms:modified>
</cp:coreProperties>
</file>